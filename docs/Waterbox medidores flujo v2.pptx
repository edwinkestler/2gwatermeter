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4"/>
  </p:notesMasterIdLst>
  <p:sldIdLst>
    <p:sldId id="256" r:id="rId2"/>
    <p:sldId id="264" r:id="rId3"/>
    <p:sldId id="269" r:id="rId4"/>
    <p:sldId id="270" r:id="rId5"/>
    <p:sldId id="271" r:id="rId6"/>
    <p:sldId id="273" r:id="rId7"/>
    <p:sldId id="263" r:id="rId8"/>
    <p:sldId id="272" r:id="rId9"/>
    <p:sldId id="274" r:id="rId10"/>
    <p:sldId id="277" r:id="rId11"/>
    <p:sldId id="275" r:id="rId12"/>
    <p:sldId id="276" r:id="rId13"/>
  </p:sldIdLst>
  <p:sldSz cx="9144000" cy="6858000" type="screen4x3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588C"/>
    <a:srgbClr val="1E59A9"/>
    <a:srgbClr val="567A78"/>
    <a:srgbClr val="1763A6"/>
    <a:srgbClr val="54BF41"/>
    <a:srgbClr val="54BF83"/>
    <a:srgbClr val="97AD62"/>
    <a:srgbClr val="5BA660"/>
    <a:srgbClr val="419C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 autoAdjust="0"/>
    <p:restoredTop sz="93284" autoAdjust="0"/>
  </p:normalViewPr>
  <p:slideViewPr>
    <p:cSldViewPr>
      <p:cViewPr>
        <p:scale>
          <a:sx n="80" d="100"/>
          <a:sy n="80" d="100"/>
        </p:scale>
        <p:origin x="-2430" y="-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700FDE-05EC-4CC6-8934-E29A03A8A436}" type="doc">
      <dgm:prSet loTypeId="urn:microsoft.com/office/officeart/2005/8/layout/vList4" loCatId="pictur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148E522-2BB7-4139-B524-F4EC62FAF8AD}">
      <dgm:prSet phldrT="[Texto]" custT="1"/>
      <dgm:spPr/>
      <dgm:t>
        <a:bodyPr/>
        <a:lstStyle/>
        <a:p>
          <a:endParaRPr lang="en-US" sz="2400" dirty="0"/>
        </a:p>
      </dgm:t>
    </dgm:pt>
    <dgm:pt modelId="{FB3AA430-A5D0-48D7-A708-5F7EDD8CBF11}" type="parTrans" cxnId="{E6CB3D59-7687-4FD8-A8B8-BE6AA42BF589}">
      <dgm:prSet/>
      <dgm:spPr/>
      <dgm:t>
        <a:bodyPr/>
        <a:lstStyle/>
        <a:p>
          <a:endParaRPr lang="en-US"/>
        </a:p>
      </dgm:t>
    </dgm:pt>
    <dgm:pt modelId="{57C7C2C3-D9C1-444F-9D72-9CB088B77D2C}" type="sibTrans" cxnId="{E6CB3D59-7687-4FD8-A8B8-BE6AA42BF589}">
      <dgm:prSet/>
      <dgm:spPr/>
      <dgm:t>
        <a:bodyPr/>
        <a:lstStyle/>
        <a:p>
          <a:endParaRPr lang="en-US"/>
        </a:p>
      </dgm:t>
    </dgm:pt>
    <dgm:pt modelId="{FE2775F0-E896-459F-B883-020D308CE355}">
      <dgm:prSet phldrT="[Texto]"/>
      <dgm:spPr/>
      <dgm:t>
        <a:bodyPr/>
        <a:lstStyle/>
        <a:p>
          <a:r>
            <a:rPr lang="en-US" sz="2300" b="1" dirty="0" smtClean="0"/>
            <a:t>MEDICIÓN</a:t>
          </a:r>
          <a:endParaRPr lang="en-US" sz="2300" b="1" dirty="0"/>
        </a:p>
      </dgm:t>
    </dgm:pt>
    <dgm:pt modelId="{5AB01C18-36A6-4C53-A41C-E288667C8726}" type="parTrans" cxnId="{16C2939F-9C3F-460C-91D2-DF9F1D3AC59D}">
      <dgm:prSet/>
      <dgm:spPr/>
      <dgm:t>
        <a:bodyPr/>
        <a:lstStyle/>
        <a:p>
          <a:endParaRPr lang="en-US"/>
        </a:p>
      </dgm:t>
    </dgm:pt>
    <dgm:pt modelId="{A2E6F79B-9416-443E-A95C-526C4B168354}" type="sibTrans" cxnId="{16C2939F-9C3F-460C-91D2-DF9F1D3AC59D}">
      <dgm:prSet/>
      <dgm:spPr/>
      <dgm:t>
        <a:bodyPr/>
        <a:lstStyle/>
        <a:p>
          <a:endParaRPr lang="en-US"/>
        </a:p>
      </dgm:t>
    </dgm:pt>
    <dgm:pt modelId="{9822DE29-4113-4193-8AD5-BBFB1A4C614C}">
      <dgm:prSet phldrT="[Texto]" custT="1"/>
      <dgm:spPr/>
      <dgm:t>
        <a:bodyPr/>
        <a:lstStyle/>
        <a:p>
          <a:endParaRPr lang="en-US" sz="1100" dirty="0" smtClean="0"/>
        </a:p>
      </dgm:t>
    </dgm:pt>
    <dgm:pt modelId="{D56D1641-0164-489D-B44A-F5C0D5C914D8}" type="sibTrans" cxnId="{621B8C0C-9F62-4BA9-B484-F24B37D3130E}">
      <dgm:prSet/>
      <dgm:spPr/>
      <dgm:t>
        <a:bodyPr/>
        <a:lstStyle/>
        <a:p>
          <a:endParaRPr lang="en-US"/>
        </a:p>
      </dgm:t>
    </dgm:pt>
    <dgm:pt modelId="{C5969421-1431-45D2-A5DF-2CE0875E61FB}" type="parTrans" cxnId="{621B8C0C-9F62-4BA9-B484-F24B37D3130E}">
      <dgm:prSet/>
      <dgm:spPr/>
      <dgm:t>
        <a:bodyPr/>
        <a:lstStyle/>
        <a:p>
          <a:endParaRPr lang="en-US"/>
        </a:p>
      </dgm:t>
    </dgm:pt>
    <dgm:pt modelId="{E9FEF3B0-62CF-4AF1-BAEA-2244BE0AAC28}">
      <dgm:prSet phldrT="[Texto]" custT="1"/>
      <dgm:spPr/>
      <dgm:t>
        <a:bodyPr/>
        <a:lstStyle/>
        <a:p>
          <a:endParaRPr lang="en-US" sz="1600" dirty="0"/>
        </a:p>
      </dgm:t>
    </dgm:pt>
    <dgm:pt modelId="{A2C29C26-4B79-4DAD-8E66-3315C0C899FB}" type="sibTrans" cxnId="{5AF31411-90ED-43A5-B988-6567B10EAAE2}">
      <dgm:prSet/>
      <dgm:spPr/>
      <dgm:t>
        <a:bodyPr/>
        <a:lstStyle/>
        <a:p>
          <a:endParaRPr lang="en-US"/>
        </a:p>
      </dgm:t>
    </dgm:pt>
    <dgm:pt modelId="{B506EC16-0185-4770-B5E7-558DD978F415}" type="parTrans" cxnId="{5AF31411-90ED-43A5-B988-6567B10EAAE2}">
      <dgm:prSet/>
      <dgm:spPr/>
      <dgm:t>
        <a:bodyPr/>
        <a:lstStyle/>
        <a:p>
          <a:endParaRPr lang="en-US"/>
        </a:p>
      </dgm:t>
    </dgm:pt>
    <dgm:pt modelId="{59712DF5-AA42-4521-97AB-184032A3EDEE}">
      <dgm:prSet phldrT="[Texto]"/>
      <dgm:spPr/>
      <dgm:t>
        <a:bodyPr/>
        <a:lstStyle/>
        <a:p>
          <a:r>
            <a:rPr lang="en-US" sz="2300" b="1" dirty="0" smtClean="0"/>
            <a:t>DISEÑO</a:t>
          </a:r>
          <a:endParaRPr lang="en-US" sz="2300" b="1" dirty="0"/>
        </a:p>
      </dgm:t>
    </dgm:pt>
    <dgm:pt modelId="{572FF0BF-B192-4000-829B-B58B7026B969}" type="sibTrans" cxnId="{E9266680-412D-41D3-973D-9224B6045FEF}">
      <dgm:prSet/>
      <dgm:spPr/>
      <dgm:t>
        <a:bodyPr/>
        <a:lstStyle/>
        <a:p>
          <a:endParaRPr lang="en-US"/>
        </a:p>
      </dgm:t>
    </dgm:pt>
    <dgm:pt modelId="{81EF1686-3CFB-4DE0-942B-D11E7722380F}" type="parTrans" cxnId="{E9266680-412D-41D3-973D-9224B6045FEF}">
      <dgm:prSet/>
      <dgm:spPr/>
      <dgm:t>
        <a:bodyPr/>
        <a:lstStyle/>
        <a:p>
          <a:endParaRPr lang="en-US"/>
        </a:p>
      </dgm:t>
    </dgm:pt>
    <dgm:pt modelId="{C2E1E306-1120-455A-A7FF-FB6E581DCD37}">
      <dgm:prSet phldrT="[Texto]" custT="1"/>
      <dgm:spPr/>
      <dgm:t>
        <a:bodyPr/>
        <a:lstStyle/>
        <a:p>
          <a:r>
            <a:rPr lang="en-US" sz="2000" b="1" dirty="0" smtClean="0"/>
            <a:t>Internet of Things (</a:t>
          </a:r>
          <a:r>
            <a:rPr lang="en-US" sz="2000" b="1" dirty="0" err="1" smtClean="0"/>
            <a:t>IoT</a:t>
          </a:r>
          <a:r>
            <a:rPr lang="en-US" sz="2000" b="1" dirty="0" smtClean="0"/>
            <a:t>)</a:t>
          </a:r>
          <a:endParaRPr lang="en-US" sz="2000" b="1" dirty="0"/>
        </a:p>
      </dgm:t>
    </dgm:pt>
    <dgm:pt modelId="{7D08BD8E-DFE3-4E3C-99AE-E5D56702FC39}" type="parTrans" cxnId="{9DDD5E0E-B752-477A-AD1C-EFE1B6FC6F30}">
      <dgm:prSet/>
      <dgm:spPr/>
      <dgm:t>
        <a:bodyPr/>
        <a:lstStyle/>
        <a:p>
          <a:endParaRPr lang="es-GT"/>
        </a:p>
      </dgm:t>
    </dgm:pt>
    <dgm:pt modelId="{620B729A-5B38-4FA3-B2A0-16DA1EC16699}" type="sibTrans" cxnId="{9DDD5E0E-B752-477A-AD1C-EFE1B6FC6F30}">
      <dgm:prSet/>
      <dgm:spPr/>
      <dgm:t>
        <a:bodyPr/>
        <a:lstStyle/>
        <a:p>
          <a:endParaRPr lang="es-GT"/>
        </a:p>
      </dgm:t>
    </dgm:pt>
    <dgm:pt modelId="{406C52D1-E348-4D49-A37E-CC1AC57C1CA2}">
      <dgm:prSet phldrT="[Texto]" custT="1"/>
      <dgm:spPr/>
      <dgm:t>
        <a:bodyPr/>
        <a:lstStyle/>
        <a:p>
          <a:r>
            <a:rPr lang="en-US" sz="2000" b="1" dirty="0" smtClean="0"/>
            <a:t>Intelligence</a:t>
          </a:r>
          <a:endParaRPr lang="en-US" sz="2000" b="1" dirty="0"/>
        </a:p>
      </dgm:t>
    </dgm:pt>
    <dgm:pt modelId="{FE2AD4A0-2190-46E4-BD20-699BC1C16665}" type="parTrans" cxnId="{B1541E37-7D64-42E2-86E8-02E6AF74693F}">
      <dgm:prSet/>
      <dgm:spPr/>
      <dgm:t>
        <a:bodyPr/>
        <a:lstStyle/>
        <a:p>
          <a:endParaRPr lang="es-GT"/>
        </a:p>
      </dgm:t>
    </dgm:pt>
    <dgm:pt modelId="{FA25E4E8-D4A7-4ED0-8F58-53256459E069}" type="sibTrans" cxnId="{B1541E37-7D64-42E2-86E8-02E6AF74693F}">
      <dgm:prSet/>
      <dgm:spPr/>
      <dgm:t>
        <a:bodyPr/>
        <a:lstStyle/>
        <a:p>
          <a:endParaRPr lang="es-GT"/>
        </a:p>
      </dgm:t>
    </dgm:pt>
    <dgm:pt modelId="{49428F75-BDE9-4F62-ABA0-98B897AB499E}">
      <dgm:prSet phldrT="[Texto]" custT="1"/>
      <dgm:spPr/>
      <dgm:t>
        <a:bodyPr/>
        <a:lstStyle/>
        <a:p>
          <a:r>
            <a:rPr lang="en-US" sz="2000" b="1" dirty="0" smtClean="0"/>
            <a:t>Analytics</a:t>
          </a:r>
          <a:endParaRPr lang="en-US" sz="2000" b="1" dirty="0"/>
        </a:p>
      </dgm:t>
    </dgm:pt>
    <dgm:pt modelId="{067552AF-2463-492F-B539-76C055B092F8}" type="parTrans" cxnId="{6E263656-A68C-4274-B301-2058859AD110}">
      <dgm:prSet/>
      <dgm:spPr/>
      <dgm:t>
        <a:bodyPr/>
        <a:lstStyle/>
        <a:p>
          <a:endParaRPr lang="es-GT"/>
        </a:p>
      </dgm:t>
    </dgm:pt>
    <dgm:pt modelId="{ED448F13-BE57-4485-B7EA-3D0B119B1285}" type="sibTrans" cxnId="{6E263656-A68C-4274-B301-2058859AD110}">
      <dgm:prSet/>
      <dgm:spPr/>
      <dgm:t>
        <a:bodyPr/>
        <a:lstStyle/>
        <a:p>
          <a:endParaRPr lang="es-GT"/>
        </a:p>
      </dgm:t>
    </dgm:pt>
    <dgm:pt modelId="{6DD7703B-675C-4D7A-B95E-83E85034847A}">
      <dgm:prSet phldrT="[Texto]" custT="1"/>
      <dgm:spPr/>
      <dgm:t>
        <a:bodyPr/>
        <a:lstStyle/>
        <a:p>
          <a:r>
            <a:rPr lang="en-US" sz="1600" b="1" dirty="0" err="1" smtClean="0"/>
            <a:t>Automatizar</a:t>
          </a:r>
          <a:endParaRPr lang="en-US" sz="1600" b="1" dirty="0" smtClean="0"/>
        </a:p>
      </dgm:t>
    </dgm:pt>
    <dgm:pt modelId="{B606BAA8-45A5-4813-A714-8DB11580279F}" type="parTrans" cxnId="{55DDFEDB-B892-4C51-AE27-356D4B77E4F4}">
      <dgm:prSet/>
      <dgm:spPr/>
      <dgm:t>
        <a:bodyPr/>
        <a:lstStyle/>
        <a:p>
          <a:endParaRPr lang="es-GT"/>
        </a:p>
      </dgm:t>
    </dgm:pt>
    <dgm:pt modelId="{2F1568FB-46E1-4819-8DBD-7803635D8921}" type="sibTrans" cxnId="{55DDFEDB-B892-4C51-AE27-356D4B77E4F4}">
      <dgm:prSet/>
      <dgm:spPr/>
      <dgm:t>
        <a:bodyPr/>
        <a:lstStyle/>
        <a:p>
          <a:endParaRPr lang="es-GT"/>
        </a:p>
      </dgm:t>
    </dgm:pt>
    <dgm:pt modelId="{DF3EBE88-9832-4C90-A54A-1CD5FD578384}">
      <dgm:prSet phldrT="[Texto]" custT="1"/>
      <dgm:spPr/>
      <dgm:t>
        <a:bodyPr/>
        <a:lstStyle/>
        <a:p>
          <a:r>
            <a:rPr lang="en-US" sz="1600" b="1" dirty="0" err="1" smtClean="0"/>
            <a:t>Reducción</a:t>
          </a:r>
          <a:r>
            <a:rPr lang="en-US" sz="1600" b="1" dirty="0" smtClean="0"/>
            <a:t> de </a:t>
          </a:r>
          <a:r>
            <a:rPr lang="en-US" sz="1600" b="1" dirty="0" err="1" smtClean="0"/>
            <a:t>costos</a:t>
          </a:r>
          <a:endParaRPr lang="en-US" sz="1600" b="1" dirty="0" smtClean="0"/>
        </a:p>
      </dgm:t>
    </dgm:pt>
    <dgm:pt modelId="{F5C34375-6560-4C3E-B57F-C6B2188CB6BD}" type="parTrans" cxnId="{89A5D4DD-5A06-4CF7-B3C9-D0941E3DAB16}">
      <dgm:prSet/>
      <dgm:spPr/>
      <dgm:t>
        <a:bodyPr/>
        <a:lstStyle/>
        <a:p>
          <a:endParaRPr lang="es-GT"/>
        </a:p>
      </dgm:t>
    </dgm:pt>
    <dgm:pt modelId="{6376C985-25FF-4B55-8849-594C536421EA}" type="sibTrans" cxnId="{89A5D4DD-5A06-4CF7-B3C9-D0941E3DAB16}">
      <dgm:prSet/>
      <dgm:spPr/>
      <dgm:t>
        <a:bodyPr/>
        <a:lstStyle/>
        <a:p>
          <a:endParaRPr lang="es-GT"/>
        </a:p>
      </dgm:t>
    </dgm:pt>
    <dgm:pt modelId="{C8207C51-406E-4B1B-81F5-F95E7B876544}">
      <dgm:prSet phldrT="[Texto]" custT="1"/>
      <dgm:spPr/>
      <dgm:t>
        <a:bodyPr/>
        <a:lstStyle/>
        <a:p>
          <a:r>
            <a:rPr lang="en-US" sz="1600" b="1" dirty="0" err="1" smtClean="0"/>
            <a:t>Rentabilidad</a:t>
          </a:r>
          <a:endParaRPr lang="en-US" sz="1600" b="1" dirty="0" smtClean="0"/>
        </a:p>
      </dgm:t>
    </dgm:pt>
    <dgm:pt modelId="{61F9CA89-C5E7-405C-AD02-84D1E9652EAE}" type="parTrans" cxnId="{580B4F4A-D386-4A17-8891-996453493D76}">
      <dgm:prSet/>
      <dgm:spPr/>
      <dgm:t>
        <a:bodyPr/>
        <a:lstStyle/>
        <a:p>
          <a:endParaRPr lang="es-GT"/>
        </a:p>
      </dgm:t>
    </dgm:pt>
    <dgm:pt modelId="{09157EDF-D03D-4496-A166-E6477D94777F}" type="sibTrans" cxnId="{580B4F4A-D386-4A17-8891-996453493D76}">
      <dgm:prSet/>
      <dgm:spPr/>
      <dgm:t>
        <a:bodyPr/>
        <a:lstStyle/>
        <a:p>
          <a:endParaRPr lang="es-GT"/>
        </a:p>
      </dgm:t>
    </dgm:pt>
    <dgm:pt modelId="{F5AED43A-C263-4DC9-9DAC-34ABF6AB3EDC}">
      <dgm:prSet phldrT="[Texto]" custT="1"/>
      <dgm:spPr/>
      <dgm:t>
        <a:bodyPr/>
        <a:lstStyle/>
        <a:p>
          <a:r>
            <a:rPr lang="en-US" sz="1600" b="1" dirty="0" err="1" smtClean="0"/>
            <a:t>Toma</a:t>
          </a:r>
          <a:r>
            <a:rPr lang="en-US" sz="1600" b="1" dirty="0" smtClean="0"/>
            <a:t> de </a:t>
          </a:r>
          <a:r>
            <a:rPr lang="en-US" sz="1600" b="1" dirty="0" err="1" smtClean="0"/>
            <a:t>decisiones</a:t>
          </a:r>
          <a:endParaRPr lang="en-US" sz="1600" b="1" dirty="0" smtClean="0"/>
        </a:p>
      </dgm:t>
    </dgm:pt>
    <dgm:pt modelId="{1C41FA2E-47FC-4955-87E2-4E66259F58C8}" type="parTrans" cxnId="{6BAE8408-A362-473C-BBC9-09B62D37241A}">
      <dgm:prSet/>
      <dgm:spPr/>
      <dgm:t>
        <a:bodyPr/>
        <a:lstStyle/>
        <a:p>
          <a:endParaRPr lang="es-GT"/>
        </a:p>
      </dgm:t>
    </dgm:pt>
    <dgm:pt modelId="{54E7C129-C1C7-4870-B219-238F11D5412D}" type="sibTrans" cxnId="{6BAE8408-A362-473C-BBC9-09B62D37241A}">
      <dgm:prSet/>
      <dgm:spPr/>
      <dgm:t>
        <a:bodyPr/>
        <a:lstStyle/>
        <a:p>
          <a:endParaRPr lang="es-GT"/>
        </a:p>
      </dgm:t>
    </dgm:pt>
    <dgm:pt modelId="{E2AFCADA-BB01-4AA4-B4CD-2871E5AB160B}">
      <dgm:prSet phldrT="[Texto]" custT="1"/>
      <dgm:spPr/>
      <dgm:t>
        <a:bodyPr/>
        <a:lstStyle/>
        <a:p>
          <a:r>
            <a:rPr lang="en-US" sz="1600" b="1" dirty="0" err="1" smtClean="0"/>
            <a:t>Mejorar</a:t>
          </a:r>
          <a:r>
            <a:rPr lang="en-US" sz="1600" b="1" dirty="0" smtClean="0"/>
            <a:t> </a:t>
          </a:r>
          <a:r>
            <a:rPr lang="en-US" sz="1600" b="1" dirty="0" err="1" smtClean="0"/>
            <a:t>nivel</a:t>
          </a:r>
          <a:r>
            <a:rPr lang="en-US" sz="1600" b="1" dirty="0" smtClean="0"/>
            <a:t> de </a:t>
          </a:r>
          <a:r>
            <a:rPr lang="en-US" sz="1600" b="1" dirty="0" err="1" smtClean="0"/>
            <a:t>vida</a:t>
          </a:r>
          <a:endParaRPr lang="en-US" sz="1600" b="1" dirty="0" smtClean="0"/>
        </a:p>
      </dgm:t>
    </dgm:pt>
    <dgm:pt modelId="{C800BA85-2FDB-4DCF-8BD0-2EEC269A5532}" type="parTrans" cxnId="{8E658B93-E17D-4286-9888-2164F00E41A4}">
      <dgm:prSet/>
      <dgm:spPr/>
      <dgm:t>
        <a:bodyPr/>
        <a:lstStyle/>
        <a:p>
          <a:endParaRPr lang="es-GT"/>
        </a:p>
      </dgm:t>
    </dgm:pt>
    <dgm:pt modelId="{FE2D8855-21DE-4A18-84C3-CFD9125E8E5F}" type="sibTrans" cxnId="{8E658B93-E17D-4286-9888-2164F00E41A4}">
      <dgm:prSet/>
      <dgm:spPr/>
      <dgm:t>
        <a:bodyPr/>
        <a:lstStyle/>
        <a:p>
          <a:endParaRPr lang="es-GT"/>
        </a:p>
      </dgm:t>
    </dgm:pt>
    <dgm:pt modelId="{481B650A-AB01-47A8-89DB-204E9215DB7B}">
      <dgm:prSet phldrT="[Texto]" custT="1"/>
      <dgm:spPr/>
      <dgm:t>
        <a:bodyPr/>
        <a:lstStyle/>
        <a:p>
          <a:r>
            <a:rPr lang="en-US" sz="1600" b="1" dirty="0" err="1" smtClean="0"/>
            <a:t>Reducir</a:t>
          </a:r>
          <a:r>
            <a:rPr lang="en-US" sz="1600" b="1" dirty="0" smtClean="0"/>
            <a:t> </a:t>
          </a:r>
          <a:r>
            <a:rPr lang="en-US" sz="1600" b="1" dirty="0" err="1" smtClean="0"/>
            <a:t>impacto</a:t>
          </a:r>
          <a:r>
            <a:rPr lang="en-US" sz="1600" b="1" dirty="0" smtClean="0"/>
            <a:t> </a:t>
          </a:r>
          <a:r>
            <a:rPr lang="en-US" sz="1600" b="1" dirty="0" err="1" smtClean="0"/>
            <a:t>ambiental</a:t>
          </a:r>
          <a:r>
            <a:rPr lang="en-US" sz="1800" dirty="0" smtClean="0"/>
            <a:t> </a:t>
          </a:r>
          <a:endParaRPr lang="en-US" sz="1600" b="1" dirty="0" smtClean="0"/>
        </a:p>
      </dgm:t>
    </dgm:pt>
    <dgm:pt modelId="{3050B2AC-926B-4F80-9426-DE2CD20845D8}" type="parTrans" cxnId="{09030F0D-9787-416E-85FE-6B9FE2FEFFEE}">
      <dgm:prSet/>
      <dgm:spPr/>
      <dgm:t>
        <a:bodyPr/>
        <a:lstStyle/>
        <a:p>
          <a:endParaRPr lang="es-GT"/>
        </a:p>
      </dgm:t>
    </dgm:pt>
    <dgm:pt modelId="{0B09975B-683D-441F-9011-9E6B2A539D97}" type="sibTrans" cxnId="{09030F0D-9787-416E-85FE-6B9FE2FEFFEE}">
      <dgm:prSet/>
      <dgm:spPr/>
      <dgm:t>
        <a:bodyPr/>
        <a:lstStyle/>
        <a:p>
          <a:endParaRPr lang="es-GT"/>
        </a:p>
      </dgm:t>
    </dgm:pt>
    <dgm:pt modelId="{CE2D59E0-14FC-41F8-BB86-1D87BA00EB26}">
      <dgm:prSet phldrT="[Texto]" custT="1"/>
      <dgm:spPr/>
      <dgm:t>
        <a:bodyPr/>
        <a:lstStyle/>
        <a:p>
          <a:r>
            <a:rPr lang="en-US" sz="1600" b="1" dirty="0" err="1" smtClean="0"/>
            <a:t>Masificar</a:t>
          </a:r>
          <a:endParaRPr lang="en-US" sz="1600" b="1" dirty="0" smtClean="0"/>
        </a:p>
      </dgm:t>
    </dgm:pt>
    <dgm:pt modelId="{1D36643E-220D-4ACE-A7B7-437AFDCF4680}" type="parTrans" cxnId="{BEA0E9E8-551B-4A7E-A72A-575752DE62B5}">
      <dgm:prSet/>
      <dgm:spPr/>
      <dgm:t>
        <a:bodyPr/>
        <a:lstStyle/>
        <a:p>
          <a:endParaRPr lang="es-GT"/>
        </a:p>
      </dgm:t>
    </dgm:pt>
    <dgm:pt modelId="{699B415E-27DA-4757-9EB4-6095AA9F1892}" type="sibTrans" cxnId="{BEA0E9E8-551B-4A7E-A72A-575752DE62B5}">
      <dgm:prSet/>
      <dgm:spPr/>
      <dgm:t>
        <a:bodyPr/>
        <a:lstStyle/>
        <a:p>
          <a:endParaRPr lang="es-GT"/>
        </a:p>
      </dgm:t>
    </dgm:pt>
    <dgm:pt modelId="{7A77FD40-CE87-4C53-9FC3-67763FE959A8}">
      <dgm:prSet phldrT="[Texto]"/>
      <dgm:spPr/>
      <dgm:t>
        <a:bodyPr/>
        <a:lstStyle/>
        <a:p>
          <a:r>
            <a:rPr lang="en-US" sz="2300" b="1" dirty="0" smtClean="0"/>
            <a:t>TECNOLOGÍA</a:t>
          </a:r>
          <a:endParaRPr lang="en-US" sz="2300" b="1" dirty="0"/>
        </a:p>
      </dgm:t>
    </dgm:pt>
    <dgm:pt modelId="{1F304F76-374F-4561-BA3C-0026C47F0CD3}" type="parTrans" cxnId="{BB424BB1-9623-402F-BEAE-039435BA8C22}">
      <dgm:prSet/>
      <dgm:spPr/>
      <dgm:t>
        <a:bodyPr/>
        <a:lstStyle/>
        <a:p>
          <a:endParaRPr lang="es-GT"/>
        </a:p>
      </dgm:t>
    </dgm:pt>
    <dgm:pt modelId="{CE751896-951F-48C6-ADAC-4E053290F06C}" type="sibTrans" cxnId="{BB424BB1-9623-402F-BEAE-039435BA8C22}">
      <dgm:prSet/>
      <dgm:spPr/>
      <dgm:t>
        <a:bodyPr/>
        <a:lstStyle/>
        <a:p>
          <a:endParaRPr lang="es-GT"/>
        </a:p>
      </dgm:t>
    </dgm:pt>
    <dgm:pt modelId="{5474ABB8-FCFF-46DB-9CE8-156691AAD7D4}">
      <dgm:prSet phldrT="[Texto]" custT="1"/>
      <dgm:spPr/>
      <dgm:t>
        <a:bodyPr/>
        <a:lstStyle/>
        <a:p>
          <a:r>
            <a:rPr lang="en-US" sz="2000" b="1" dirty="0" smtClean="0"/>
            <a:t>Hardware as a Service (</a:t>
          </a:r>
          <a:r>
            <a:rPr lang="en-US" sz="2000" b="1" dirty="0" err="1" smtClean="0"/>
            <a:t>HaaS</a:t>
          </a:r>
          <a:r>
            <a:rPr lang="en-US" sz="2000" b="1" dirty="0" smtClean="0"/>
            <a:t>)</a:t>
          </a:r>
          <a:endParaRPr lang="en-US" sz="2000" b="1" dirty="0"/>
        </a:p>
      </dgm:t>
    </dgm:pt>
    <dgm:pt modelId="{FF06D3A1-589F-426C-A9FC-6C1015E56620}" type="parTrans" cxnId="{CC5C5E6D-EEDC-4E8C-9670-ACED917C8C11}">
      <dgm:prSet/>
      <dgm:spPr/>
    </dgm:pt>
    <dgm:pt modelId="{6DDB79A1-C742-4F34-B9CD-048AF5DAEF63}" type="sibTrans" cxnId="{CC5C5E6D-EEDC-4E8C-9670-ACED917C8C11}">
      <dgm:prSet/>
      <dgm:spPr/>
    </dgm:pt>
    <dgm:pt modelId="{C02D9A94-D442-46B6-B938-86B6301137A0}">
      <dgm:prSet phldrT="[Texto]" custT="1"/>
      <dgm:spPr/>
      <dgm:t>
        <a:bodyPr/>
        <a:lstStyle/>
        <a:p>
          <a:r>
            <a:rPr lang="en-US" sz="2000" b="1" dirty="0" smtClean="0"/>
            <a:t>Innovation</a:t>
          </a:r>
          <a:endParaRPr lang="en-US" sz="2000" b="1" dirty="0"/>
        </a:p>
      </dgm:t>
    </dgm:pt>
    <dgm:pt modelId="{9CFC363E-F29A-4FC6-A0C1-5F60B278B38F}" type="parTrans" cxnId="{852C012E-3EB5-468C-85DC-3DA4BD8093FC}">
      <dgm:prSet/>
      <dgm:spPr/>
    </dgm:pt>
    <dgm:pt modelId="{116353DF-ADE5-4245-8BF1-FD985F0FBA70}" type="sibTrans" cxnId="{852C012E-3EB5-468C-85DC-3DA4BD8093FC}">
      <dgm:prSet/>
      <dgm:spPr/>
    </dgm:pt>
    <dgm:pt modelId="{9FCB652F-1584-4507-9A10-74DF0C8052AD}" type="pres">
      <dgm:prSet presAssocID="{3E700FDE-05EC-4CC6-8934-E29A03A8A436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EC15F29-ADFE-4016-8888-184BF1B455AD}" type="pres">
      <dgm:prSet presAssocID="{8148E522-2BB7-4139-B524-F4EC62FAF8AD}" presName="comp" presStyleCnt="0"/>
      <dgm:spPr/>
    </dgm:pt>
    <dgm:pt modelId="{E3B5958E-5E55-4DBF-9999-CE5A7FBD4D81}" type="pres">
      <dgm:prSet presAssocID="{8148E522-2BB7-4139-B524-F4EC62FAF8AD}" presName="box" presStyleLbl="node1" presStyleIdx="0" presStyleCnt="3"/>
      <dgm:spPr/>
      <dgm:t>
        <a:bodyPr/>
        <a:lstStyle/>
        <a:p>
          <a:endParaRPr lang="en-US"/>
        </a:p>
      </dgm:t>
    </dgm:pt>
    <dgm:pt modelId="{D464C909-AD49-4D64-B593-234CCB33799E}" type="pres">
      <dgm:prSet presAssocID="{8148E522-2BB7-4139-B524-F4EC62FAF8AD}" presName="img" presStyleLbl="fgImgPlace1" presStyleIdx="0" presStyleCnt="3"/>
      <dgm:spPr/>
      <dgm:t>
        <a:bodyPr/>
        <a:lstStyle/>
        <a:p>
          <a:endParaRPr lang="es-GT"/>
        </a:p>
      </dgm:t>
    </dgm:pt>
    <dgm:pt modelId="{E667311A-5992-4EBA-90E1-D75217580F70}" type="pres">
      <dgm:prSet presAssocID="{8148E522-2BB7-4139-B524-F4EC62FAF8AD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2018EB-492A-429F-A79F-F70721B8DFC9}" type="pres">
      <dgm:prSet presAssocID="{57C7C2C3-D9C1-444F-9D72-9CB088B77D2C}" presName="spacer" presStyleCnt="0"/>
      <dgm:spPr/>
    </dgm:pt>
    <dgm:pt modelId="{6545937F-5796-4E44-AC0C-D0BED5B28E41}" type="pres">
      <dgm:prSet presAssocID="{E9FEF3B0-62CF-4AF1-BAEA-2244BE0AAC28}" presName="comp" presStyleCnt="0"/>
      <dgm:spPr/>
    </dgm:pt>
    <dgm:pt modelId="{5D1D176B-635A-47C2-92D8-7D9AD6E62C7E}" type="pres">
      <dgm:prSet presAssocID="{E9FEF3B0-62CF-4AF1-BAEA-2244BE0AAC28}" presName="box" presStyleLbl="node1" presStyleIdx="1" presStyleCnt="3"/>
      <dgm:spPr/>
      <dgm:t>
        <a:bodyPr/>
        <a:lstStyle/>
        <a:p>
          <a:endParaRPr lang="en-US"/>
        </a:p>
      </dgm:t>
    </dgm:pt>
    <dgm:pt modelId="{7896CDD9-3EC9-4E45-A9CB-8C517CE6B345}" type="pres">
      <dgm:prSet presAssocID="{E9FEF3B0-62CF-4AF1-BAEA-2244BE0AAC28}" presName="img" presStyleLbl="fgImgPlace1" presStyleIdx="1" presStyleCnt="3"/>
      <dgm:spPr/>
      <dgm:t>
        <a:bodyPr/>
        <a:lstStyle/>
        <a:p>
          <a:endParaRPr lang="es-GT"/>
        </a:p>
      </dgm:t>
    </dgm:pt>
    <dgm:pt modelId="{A9FB20CF-3730-4F2B-9BF0-D2510AEBB058}" type="pres">
      <dgm:prSet presAssocID="{E9FEF3B0-62CF-4AF1-BAEA-2244BE0AAC28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5333F9-48B1-41A1-906A-99E265399AFE}" type="pres">
      <dgm:prSet presAssocID="{A2C29C26-4B79-4DAD-8E66-3315C0C899FB}" presName="spacer" presStyleCnt="0"/>
      <dgm:spPr/>
    </dgm:pt>
    <dgm:pt modelId="{DF9A9211-638B-4D1C-B335-9AD72DF84C16}" type="pres">
      <dgm:prSet presAssocID="{9822DE29-4113-4193-8AD5-BBFB1A4C614C}" presName="comp" presStyleCnt="0"/>
      <dgm:spPr/>
    </dgm:pt>
    <dgm:pt modelId="{4B58FD78-0516-4868-9138-79F587AB6D7D}" type="pres">
      <dgm:prSet presAssocID="{9822DE29-4113-4193-8AD5-BBFB1A4C614C}" presName="box" presStyleLbl="node1" presStyleIdx="2" presStyleCnt="3"/>
      <dgm:spPr/>
      <dgm:t>
        <a:bodyPr/>
        <a:lstStyle/>
        <a:p>
          <a:endParaRPr lang="en-US"/>
        </a:p>
      </dgm:t>
    </dgm:pt>
    <dgm:pt modelId="{CEE89894-A877-4805-9965-136319685FF8}" type="pres">
      <dgm:prSet presAssocID="{9822DE29-4113-4193-8AD5-BBFB1A4C614C}" presName="img" presStyleLbl="fgImgPlace1" presStyleIdx="2" presStyleCnt="3"/>
      <dgm:spPr/>
      <dgm:t>
        <a:bodyPr/>
        <a:lstStyle/>
        <a:p>
          <a:endParaRPr lang="es-GT"/>
        </a:p>
      </dgm:t>
    </dgm:pt>
    <dgm:pt modelId="{2705436D-198E-4AF1-B20E-581EED0ACFCD}" type="pres">
      <dgm:prSet presAssocID="{9822DE29-4113-4193-8AD5-BBFB1A4C614C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6CB3D59-7687-4FD8-A8B8-BE6AA42BF589}" srcId="{3E700FDE-05EC-4CC6-8934-E29A03A8A436}" destId="{8148E522-2BB7-4139-B524-F4EC62FAF8AD}" srcOrd="0" destOrd="0" parTransId="{FB3AA430-A5D0-48D7-A708-5F7EDD8CBF11}" sibTransId="{57C7C2C3-D9C1-444F-9D72-9CB088B77D2C}"/>
    <dgm:cxn modelId="{F51B9407-58C2-4CD9-8E4A-64EC19898016}" type="presOf" srcId="{F5AED43A-C263-4DC9-9DAC-34ABF6AB3EDC}" destId="{2705436D-198E-4AF1-B20E-581EED0ACFCD}" srcOrd="1" destOrd="4" presId="urn:microsoft.com/office/officeart/2005/8/layout/vList4"/>
    <dgm:cxn modelId="{2C92C39C-5050-4980-9F56-F86DEEEEE03C}" type="presOf" srcId="{481B650A-AB01-47A8-89DB-204E9215DB7B}" destId="{4B58FD78-0516-4868-9138-79F587AB6D7D}" srcOrd="0" destOrd="7" presId="urn:microsoft.com/office/officeart/2005/8/layout/vList4"/>
    <dgm:cxn modelId="{B962D5BB-477C-450B-9D35-CE14BE6DD448}" type="presOf" srcId="{DF3EBE88-9832-4C90-A54A-1CD5FD578384}" destId="{2705436D-198E-4AF1-B20E-581EED0ACFCD}" srcOrd="1" destOrd="2" presId="urn:microsoft.com/office/officeart/2005/8/layout/vList4"/>
    <dgm:cxn modelId="{BB424BB1-9623-402F-BEAE-039435BA8C22}" srcId="{8148E522-2BB7-4139-B524-F4EC62FAF8AD}" destId="{7A77FD40-CE87-4C53-9FC3-67763FE959A8}" srcOrd="1" destOrd="0" parTransId="{1F304F76-374F-4561-BA3C-0026C47F0CD3}" sibTransId="{CE751896-951F-48C6-ADAC-4E053290F06C}"/>
    <dgm:cxn modelId="{14C877CF-5991-457A-8F7F-8E710E881A83}" type="presOf" srcId="{49428F75-BDE9-4F62-ABA0-98B897AB499E}" destId="{5D1D176B-635A-47C2-92D8-7D9AD6E62C7E}" srcOrd="0" destOrd="3" presId="urn:microsoft.com/office/officeart/2005/8/layout/vList4"/>
    <dgm:cxn modelId="{CE731C9F-1BAC-4B95-8A2A-B5A5B1932AA5}" type="presOf" srcId="{6DD7703B-675C-4D7A-B95E-83E85034847A}" destId="{4B58FD78-0516-4868-9138-79F587AB6D7D}" srcOrd="0" destOrd="1" presId="urn:microsoft.com/office/officeart/2005/8/layout/vList4"/>
    <dgm:cxn modelId="{DD2002C7-1B13-461E-AC66-83C342394768}" type="presOf" srcId="{E9FEF3B0-62CF-4AF1-BAEA-2244BE0AAC28}" destId="{A9FB20CF-3730-4F2B-9BF0-D2510AEBB058}" srcOrd="1" destOrd="0" presId="urn:microsoft.com/office/officeart/2005/8/layout/vList4"/>
    <dgm:cxn modelId="{55DDFEDB-B892-4C51-AE27-356D4B77E4F4}" srcId="{9822DE29-4113-4193-8AD5-BBFB1A4C614C}" destId="{6DD7703B-675C-4D7A-B95E-83E85034847A}" srcOrd="0" destOrd="0" parTransId="{B606BAA8-45A5-4813-A714-8DB11580279F}" sibTransId="{2F1568FB-46E1-4819-8DBD-7803635D8921}"/>
    <dgm:cxn modelId="{5AF31411-90ED-43A5-B988-6567B10EAAE2}" srcId="{3E700FDE-05EC-4CC6-8934-E29A03A8A436}" destId="{E9FEF3B0-62CF-4AF1-BAEA-2244BE0AAC28}" srcOrd="1" destOrd="0" parTransId="{B506EC16-0185-4770-B5E7-558DD978F415}" sibTransId="{A2C29C26-4B79-4DAD-8E66-3315C0C899FB}"/>
    <dgm:cxn modelId="{82CDD2AD-7966-4D00-ADDD-4163F2686198}" type="presOf" srcId="{C8207C51-406E-4B1B-81F5-F95E7B876544}" destId="{2705436D-198E-4AF1-B20E-581EED0ACFCD}" srcOrd="1" destOrd="3" presId="urn:microsoft.com/office/officeart/2005/8/layout/vList4"/>
    <dgm:cxn modelId="{F0E844D7-F943-46B3-98B1-2AFDC4EE3D03}" type="presOf" srcId="{5474ABB8-FCFF-46DB-9CE8-156691AAD7D4}" destId="{A9FB20CF-3730-4F2B-9BF0-D2510AEBB058}" srcOrd="1" destOrd="4" presId="urn:microsoft.com/office/officeart/2005/8/layout/vList4"/>
    <dgm:cxn modelId="{0079FF1A-5821-4B33-9618-1D4B30D24A6C}" type="presOf" srcId="{406C52D1-E348-4D49-A37E-CC1AC57C1CA2}" destId="{5D1D176B-635A-47C2-92D8-7D9AD6E62C7E}" srcOrd="0" destOrd="2" presId="urn:microsoft.com/office/officeart/2005/8/layout/vList4"/>
    <dgm:cxn modelId="{7C31023B-D5BF-447F-8C68-C77A7F505FDA}" type="presOf" srcId="{49428F75-BDE9-4F62-ABA0-98B897AB499E}" destId="{A9FB20CF-3730-4F2B-9BF0-D2510AEBB058}" srcOrd="1" destOrd="3" presId="urn:microsoft.com/office/officeart/2005/8/layout/vList4"/>
    <dgm:cxn modelId="{B825318A-70ED-4B3C-BFCA-313CB30D7AC8}" type="presOf" srcId="{C8207C51-406E-4B1B-81F5-F95E7B876544}" destId="{4B58FD78-0516-4868-9138-79F587AB6D7D}" srcOrd="0" destOrd="3" presId="urn:microsoft.com/office/officeart/2005/8/layout/vList4"/>
    <dgm:cxn modelId="{09030F0D-9787-416E-85FE-6B9FE2FEFFEE}" srcId="{9822DE29-4113-4193-8AD5-BBFB1A4C614C}" destId="{481B650A-AB01-47A8-89DB-204E9215DB7B}" srcOrd="6" destOrd="0" parTransId="{3050B2AC-926B-4F80-9426-DE2CD20845D8}" sibTransId="{0B09975B-683D-441F-9011-9E6B2A539D97}"/>
    <dgm:cxn modelId="{6DB2D5F6-8904-4435-A9AA-0E493BF12EA4}" type="presOf" srcId="{406C52D1-E348-4D49-A37E-CC1AC57C1CA2}" destId="{A9FB20CF-3730-4F2B-9BF0-D2510AEBB058}" srcOrd="1" destOrd="2" presId="urn:microsoft.com/office/officeart/2005/8/layout/vList4"/>
    <dgm:cxn modelId="{580B4F4A-D386-4A17-8891-996453493D76}" srcId="{9822DE29-4113-4193-8AD5-BBFB1A4C614C}" destId="{C8207C51-406E-4B1B-81F5-F95E7B876544}" srcOrd="2" destOrd="0" parTransId="{61F9CA89-C5E7-405C-AD02-84D1E9652EAE}" sibTransId="{09157EDF-D03D-4496-A166-E6477D94777F}"/>
    <dgm:cxn modelId="{CA20B96D-D906-43B0-AFF0-B9B3C1E83FAF}" type="presOf" srcId="{F5AED43A-C263-4DC9-9DAC-34ABF6AB3EDC}" destId="{4B58FD78-0516-4868-9138-79F587AB6D7D}" srcOrd="0" destOrd="4" presId="urn:microsoft.com/office/officeart/2005/8/layout/vList4"/>
    <dgm:cxn modelId="{34AA4A83-1362-420C-9BB9-A4F69060F299}" type="presOf" srcId="{DF3EBE88-9832-4C90-A54A-1CD5FD578384}" destId="{4B58FD78-0516-4868-9138-79F587AB6D7D}" srcOrd="0" destOrd="2" presId="urn:microsoft.com/office/officeart/2005/8/layout/vList4"/>
    <dgm:cxn modelId="{CF703991-8B19-44EF-A851-C473A2A6F6A1}" type="presOf" srcId="{8148E522-2BB7-4139-B524-F4EC62FAF8AD}" destId="{E667311A-5992-4EBA-90E1-D75217580F70}" srcOrd="1" destOrd="0" presId="urn:microsoft.com/office/officeart/2005/8/layout/vList4"/>
    <dgm:cxn modelId="{4E38274A-2F7D-4FDB-839C-76673A532AF1}" type="presOf" srcId="{59712DF5-AA42-4521-97AB-184032A3EDEE}" destId="{E667311A-5992-4EBA-90E1-D75217580F70}" srcOrd="1" destOrd="1" presId="urn:microsoft.com/office/officeart/2005/8/layout/vList4"/>
    <dgm:cxn modelId="{A15366B9-5892-4BAA-B823-A620D226DEC2}" type="presOf" srcId="{7A77FD40-CE87-4C53-9FC3-67763FE959A8}" destId="{E3B5958E-5E55-4DBF-9999-CE5A7FBD4D81}" srcOrd="0" destOrd="2" presId="urn:microsoft.com/office/officeart/2005/8/layout/vList4"/>
    <dgm:cxn modelId="{F295D33C-C8C5-45F7-99E4-826C3876F099}" type="presOf" srcId="{CE2D59E0-14FC-41F8-BB86-1D87BA00EB26}" destId="{4B58FD78-0516-4868-9138-79F587AB6D7D}" srcOrd="0" destOrd="5" presId="urn:microsoft.com/office/officeart/2005/8/layout/vList4"/>
    <dgm:cxn modelId="{E5477764-19FE-4EC9-85B0-0857D20B3634}" type="presOf" srcId="{CE2D59E0-14FC-41F8-BB86-1D87BA00EB26}" destId="{2705436D-198E-4AF1-B20E-581EED0ACFCD}" srcOrd="1" destOrd="5" presId="urn:microsoft.com/office/officeart/2005/8/layout/vList4"/>
    <dgm:cxn modelId="{2D3B820E-320D-4EAA-847A-5C991F0358AE}" type="presOf" srcId="{9822DE29-4113-4193-8AD5-BBFB1A4C614C}" destId="{4B58FD78-0516-4868-9138-79F587AB6D7D}" srcOrd="0" destOrd="0" presId="urn:microsoft.com/office/officeart/2005/8/layout/vList4"/>
    <dgm:cxn modelId="{6ADDA32B-C091-4B74-9B8E-0499EEDF9B77}" type="presOf" srcId="{E2AFCADA-BB01-4AA4-B4CD-2871E5AB160B}" destId="{4B58FD78-0516-4868-9138-79F587AB6D7D}" srcOrd="0" destOrd="6" presId="urn:microsoft.com/office/officeart/2005/8/layout/vList4"/>
    <dgm:cxn modelId="{526ABF7D-19BD-4FE1-ACA2-12229A11B461}" type="presOf" srcId="{C2E1E306-1120-455A-A7FF-FB6E581DCD37}" destId="{5D1D176B-635A-47C2-92D8-7D9AD6E62C7E}" srcOrd="0" destOrd="1" presId="urn:microsoft.com/office/officeart/2005/8/layout/vList4"/>
    <dgm:cxn modelId="{7974E3E6-5E1C-4228-99C3-8458D1E713F8}" type="presOf" srcId="{E9FEF3B0-62CF-4AF1-BAEA-2244BE0AAC28}" destId="{5D1D176B-635A-47C2-92D8-7D9AD6E62C7E}" srcOrd="0" destOrd="0" presId="urn:microsoft.com/office/officeart/2005/8/layout/vList4"/>
    <dgm:cxn modelId="{795B9F6B-299A-4C0E-952E-61BA4143D29D}" type="presOf" srcId="{C02D9A94-D442-46B6-B938-86B6301137A0}" destId="{A9FB20CF-3730-4F2B-9BF0-D2510AEBB058}" srcOrd="1" destOrd="5" presId="urn:microsoft.com/office/officeart/2005/8/layout/vList4"/>
    <dgm:cxn modelId="{8E658B93-E17D-4286-9888-2164F00E41A4}" srcId="{9822DE29-4113-4193-8AD5-BBFB1A4C614C}" destId="{E2AFCADA-BB01-4AA4-B4CD-2871E5AB160B}" srcOrd="5" destOrd="0" parTransId="{C800BA85-2FDB-4DCF-8BD0-2EEC269A5532}" sibTransId="{FE2D8855-21DE-4A18-84C3-CFD9125E8E5F}"/>
    <dgm:cxn modelId="{3DFFFFF9-AA52-45EF-AC91-8A137E854D48}" type="presOf" srcId="{6DD7703B-675C-4D7A-B95E-83E85034847A}" destId="{2705436D-198E-4AF1-B20E-581EED0ACFCD}" srcOrd="1" destOrd="1" presId="urn:microsoft.com/office/officeart/2005/8/layout/vList4"/>
    <dgm:cxn modelId="{2F20481F-E386-49D7-99D7-7C84CF202770}" type="presOf" srcId="{FE2775F0-E896-459F-B883-020D308CE355}" destId="{E667311A-5992-4EBA-90E1-D75217580F70}" srcOrd="1" destOrd="3" presId="urn:microsoft.com/office/officeart/2005/8/layout/vList4"/>
    <dgm:cxn modelId="{D6750402-7AD2-4C79-A009-1AD457CFD08E}" type="presOf" srcId="{7A77FD40-CE87-4C53-9FC3-67763FE959A8}" destId="{E667311A-5992-4EBA-90E1-D75217580F70}" srcOrd="1" destOrd="2" presId="urn:microsoft.com/office/officeart/2005/8/layout/vList4"/>
    <dgm:cxn modelId="{6BAE8408-A362-473C-BBC9-09B62D37241A}" srcId="{9822DE29-4113-4193-8AD5-BBFB1A4C614C}" destId="{F5AED43A-C263-4DC9-9DAC-34ABF6AB3EDC}" srcOrd="3" destOrd="0" parTransId="{1C41FA2E-47FC-4955-87E2-4E66259F58C8}" sibTransId="{54E7C129-C1C7-4870-B219-238F11D5412D}"/>
    <dgm:cxn modelId="{621B8C0C-9F62-4BA9-B484-F24B37D3130E}" srcId="{3E700FDE-05EC-4CC6-8934-E29A03A8A436}" destId="{9822DE29-4113-4193-8AD5-BBFB1A4C614C}" srcOrd="2" destOrd="0" parTransId="{C5969421-1431-45D2-A5DF-2CE0875E61FB}" sibTransId="{D56D1641-0164-489D-B44A-F5C0D5C914D8}"/>
    <dgm:cxn modelId="{CC5C5E6D-EEDC-4E8C-9670-ACED917C8C11}" srcId="{E9FEF3B0-62CF-4AF1-BAEA-2244BE0AAC28}" destId="{5474ABB8-FCFF-46DB-9CE8-156691AAD7D4}" srcOrd="3" destOrd="0" parTransId="{FF06D3A1-589F-426C-A9FC-6C1015E56620}" sibTransId="{6DDB79A1-C742-4F34-B9CD-048AF5DAEF63}"/>
    <dgm:cxn modelId="{E9266680-412D-41D3-973D-9224B6045FEF}" srcId="{8148E522-2BB7-4139-B524-F4EC62FAF8AD}" destId="{59712DF5-AA42-4521-97AB-184032A3EDEE}" srcOrd="0" destOrd="0" parTransId="{81EF1686-3CFB-4DE0-942B-D11E7722380F}" sibTransId="{572FF0BF-B192-4000-829B-B58B7026B969}"/>
    <dgm:cxn modelId="{16C2939F-9C3F-460C-91D2-DF9F1D3AC59D}" srcId="{8148E522-2BB7-4139-B524-F4EC62FAF8AD}" destId="{FE2775F0-E896-459F-B883-020D308CE355}" srcOrd="2" destOrd="0" parTransId="{5AB01C18-36A6-4C53-A41C-E288667C8726}" sibTransId="{A2E6F79B-9416-443E-A95C-526C4B168354}"/>
    <dgm:cxn modelId="{BEA0E9E8-551B-4A7E-A72A-575752DE62B5}" srcId="{9822DE29-4113-4193-8AD5-BBFB1A4C614C}" destId="{CE2D59E0-14FC-41F8-BB86-1D87BA00EB26}" srcOrd="4" destOrd="0" parTransId="{1D36643E-220D-4ACE-A7B7-437AFDCF4680}" sibTransId="{699B415E-27DA-4757-9EB4-6095AA9F1892}"/>
    <dgm:cxn modelId="{E0AC0996-D54D-4421-ACC1-7164AE47E0C7}" type="presOf" srcId="{8148E522-2BB7-4139-B524-F4EC62FAF8AD}" destId="{E3B5958E-5E55-4DBF-9999-CE5A7FBD4D81}" srcOrd="0" destOrd="0" presId="urn:microsoft.com/office/officeart/2005/8/layout/vList4"/>
    <dgm:cxn modelId="{6E263656-A68C-4274-B301-2058859AD110}" srcId="{E9FEF3B0-62CF-4AF1-BAEA-2244BE0AAC28}" destId="{49428F75-BDE9-4F62-ABA0-98B897AB499E}" srcOrd="2" destOrd="0" parTransId="{067552AF-2463-492F-B539-76C055B092F8}" sibTransId="{ED448F13-BE57-4485-B7EA-3D0B119B1285}"/>
    <dgm:cxn modelId="{657C981B-BF5E-4319-8F0E-41A463FA2637}" type="presOf" srcId="{3E700FDE-05EC-4CC6-8934-E29A03A8A436}" destId="{9FCB652F-1584-4507-9A10-74DF0C8052AD}" srcOrd="0" destOrd="0" presId="urn:microsoft.com/office/officeart/2005/8/layout/vList4"/>
    <dgm:cxn modelId="{12EE9014-6E41-4125-9752-29C7E138E413}" type="presOf" srcId="{5474ABB8-FCFF-46DB-9CE8-156691AAD7D4}" destId="{5D1D176B-635A-47C2-92D8-7D9AD6E62C7E}" srcOrd="0" destOrd="4" presId="urn:microsoft.com/office/officeart/2005/8/layout/vList4"/>
    <dgm:cxn modelId="{BEC7B98D-4610-40EB-8CF3-63F1D31EF903}" type="presOf" srcId="{9822DE29-4113-4193-8AD5-BBFB1A4C614C}" destId="{2705436D-198E-4AF1-B20E-581EED0ACFCD}" srcOrd="1" destOrd="0" presId="urn:microsoft.com/office/officeart/2005/8/layout/vList4"/>
    <dgm:cxn modelId="{2B4637A1-3CAB-4F4E-9949-592D42B4B85F}" type="presOf" srcId="{481B650A-AB01-47A8-89DB-204E9215DB7B}" destId="{2705436D-198E-4AF1-B20E-581EED0ACFCD}" srcOrd="1" destOrd="7" presId="urn:microsoft.com/office/officeart/2005/8/layout/vList4"/>
    <dgm:cxn modelId="{89A5D4DD-5A06-4CF7-B3C9-D0941E3DAB16}" srcId="{9822DE29-4113-4193-8AD5-BBFB1A4C614C}" destId="{DF3EBE88-9832-4C90-A54A-1CD5FD578384}" srcOrd="1" destOrd="0" parTransId="{F5C34375-6560-4C3E-B57F-C6B2188CB6BD}" sibTransId="{6376C985-25FF-4B55-8849-594C536421EA}"/>
    <dgm:cxn modelId="{71FE2600-811B-4528-9B50-4BCB320C8558}" type="presOf" srcId="{C2E1E306-1120-455A-A7FF-FB6E581DCD37}" destId="{A9FB20CF-3730-4F2B-9BF0-D2510AEBB058}" srcOrd="1" destOrd="1" presId="urn:microsoft.com/office/officeart/2005/8/layout/vList4"/>
    <dgm:cxn modelId="{55BE9289-6630-4185-AABC-18A4C98797BC}" type="presOf" srcId="{FE2775F0-E896-459F-B883-020D308CE355}" destId="{E3B5958E-5E55-4DBF-9999-CE5A7FBD4D81}" srcOrd="0" destOrd="3" presId="urn:microsoft.com/office/officeart/2005/8/layout/vList4"/>
    <dgm:cxn modelId="{B1541E37-7D64-42E2-86E8-02E6AF74693F}" srcId="{E9FEF3B0-62CF-4AF1-BAEA-2244BE0AAC28}" destId="{406C52D1-E348-4D49-A37E-CC1AC57C1CA2}" srcOrd="1" destOrd="0" parTransId="{FE2AD4A0-2190-46E4-BD20-699BC1C16665}" sibTransId="{FA25E4E8-D4A7-4ED0-8F58-53256459E069}"/>
    <dgm:cxn modelId="{852C012E-3EB5-468C-85DC-3DA4BD8093FC}" srcId="{E9FEF3B0-62CF-4AF1-BAEA-2244BE0AAC28}" destId="{C02D9A94-D442-46B6-B938-86B6301137A0}" srcOrd="4" destOrd="0" parTransId="{9CFC363E-F29A-4FC6-A0C1-5F60B278B38F}" sibTransId="{116353DF-ADE5-4245-8BF1-FD985F0FBA70}"/>
    <dgm:cxn modelId="{ED6DE393-D55B-4719-B5A9-2FFDB74D86BA}" type="presOf" srcId="{E2AFCADA-BB01-4AA4-B4CD-2871E5AB160B}" destId="{2705436D-198E-4AF1-B20E-581EED0ACFCD}" srcOrd="1" destOrd="6" presId="urn:microsoft.com/office/officeart/2005/8/layout/vList4"/>
    <dgm:cxn modelId="{C800355E-6F9A-4E51-81E1-3A2774BDA573}" type="presOf" srcId="{59712DF5-AA42-4521-97AB-184032A3EDEE}" destId="{E3B5958E-5E55-4DBF-9999-CE5A7FBD4D81}" srcOrd="0" destOrd="1" presId="urn:microsoft.com/office/officeart/2005/8/layout/vList4"/>
    <dgm:cxn modelId="{9D31B4CC-6609-4ECF-96B2-65965AFCF0B3}" type="presOf" srcId="{C02D9A94-D442-46B6-B938-86B6301137A0}" destId="{5D1D176B-635A-47C2-92D8-7D9AD6E62C7E}" srcOrd="0" destOrd="5" presId="urn:microsoft.com/office/officeart/2005/8/layout/vList4"/>
    <dgm:cxn modelId="{9DDD5E0E-B752-477A-AD1C-EFE1B6FC6F30}" srcId="{E9FEF3B0-62CF-4AF1-BAEA-2244BE0AAC28}" destId="{C2E1E306-1120-455A-A7FF-FB6E581DCD37}" srcOrd="0" destOrd="0" parTransId="{7D08BD8E-DFE3-4E3C-99AE-E5D56702FC39}" sibTransId="{620B729A-5B38-4FA3-B2A0-16DA1EC16699}"/>
    <dgm:cxn modelId="{291F85F1-4ED7-4887-8E8B-C08FAC836CBB}" type="presParOf" srcId="{9FCB652F-1584-4507-9A10-74DF0C8052AD}" destId="{8EC15F29-ADFE-4016-8888-184BF1B455AD}" srcOrd="0" destOrd="0" presId="urn:microsoft.com/office/officeart/2005/8/layout/vList4"/>
    <dgm:cxn modelId="{B82A0261-CCAD-4648-8DED-8D20FBC128BF}" type="presParOf" srcId="{8EC15F29-ADFE-4016-8888-184BF1B455AD}" destId="{E3B5958E-5E55-4DBF-9999-CE5A7FBD4D81}" srcOrd="0" destOrd="0" presId="urn:microsoft.com/office/officeart/2005/8/layout/vList4"/>
    <dgm:cxn modelId="{2F4DC783-2BE0-4350-BDCA-CD9E51332250}" type="presParOf" srcId="{8EC15F29-ADFE-4016-8888-184BF1B455AD}" destId="{D464C909-AD49-4D64-B593-234CCB33799E}" srcOrd="1" destOrd="0" presId="urn:microsoft.com/office/officeart/2005/8/layout/vList4"/>
    <dgm:cxn modelId="{98665AA1-5521-4D72-85F8-6A3B4B217AC3}" type="presParOf" srcId="{8EC15F29-ADFE-4016-8888-184BF1B455AD}" destId="{E667311A-5992-4EBA-90E1-D75217580F70}" srcOrd="2" destOrd="0" presId="urn:microsoft.com/office/officeart/2005/8/layout/vList4"/>
    <dgm:cxn modelId="{412058C3-C7A9-4D59-AF76-FA70DB3F917E}" type="presParOf" srcId="{9FCB652F-1584-4507-9A10-74DF0C8052AD}" destId="{9B2018EB-492A-429F-A79F-F70721B8DFC9}" srcOrd="1" destOrd="0" presId="urn:microsoft.com/office/officeart/2005/8/layout/vList4"/>
    <dgm:cxn modelId="{FAEBB258-BC00-4DC9-9D53-D0BFB5587825}" type="presParOf" srcId="{9FCB652F-1584-4507-9A10-74DF0C8052AD}" destId="{6545937F-5796-4E44-AC0C-D0BED5B28E41}" srcOrd="2" destOrd="0" presId="urn:microsoft.com/office/officeart/2005/8/layout/vList4"/>
    <dgm:cxn modelId="{8243E201-A4D2-44D1-A088-26FE87DB88A5}" type="presParOf" srcId="{6545937F-5796-4E44-AC0C-D0BED5B28E41}" destId="{5D1D176B-635A-47C2-92D8-7D9AD6E62C7E}" srcOrd="0" destOrd="0" presId="urn:microsoft.com/office/officeart/2005/8/layout/vList4"/>
    <dgm:cxn modelId="{C74E9D72-48F5-422D-8C7E-F69FFD353195}" type="presParOf" srcId="{6545937F-5796-4E44-AC0C-D0BED5B28E41}" destId="{7896CDD9-3EC9-4E45-A9CB-8C517CE6B345}" srcOrd="1" destOrd="0" presId="urn:microsoft.com/office/officeart/2005/8/layout/vList4"/>
    <dgm:cxn modelId="{D32EAC12-7ABA-412C-A4C7-06C2D0EB4CDF}" type="presParOf" srcId="{6545937F-5796-4E44-AC0C-D0BED5B28E41}" destId="{A9FB20CF-3730-4F2B-9BF0-D2510AEBB058}" srcOrd="2" destOrd="0" presId="urn:microsoft.com/office/officeart/2005/8/layout/vList4"/>
    <dgm:cxn modelId="{81BEBA79-7021-4352-ABB5-00EAF8C88A53}" type="presParOf" srcId="{9FCB652F-1584-4507-9A10-74DF0C8052AD}" destId="{7C5333F9-48B1-41A1-906A-99E265399AFE}" srcOrd="3" destOrd="0" presId="urn:microsoft.com/office/officeart/2005/8/layout/vList4"/>
    <dgm:cxn modelId="{2F061B16-B1C1-467F-8074-6C1A7652A13C}" type="presParOf" srcId="{9FCB652F-1584-4507-9A10-74DF0C8052AD}" destId="{DF9A9211-638B-4D1C-B335-9AD72DF84C16}" srcOrd="4" destOrd="0" presId="urn:microsoft.com/office/officeart/2005/8/layout/vList4"/>
    <dgm:cxn modelId="{306C8E6D-4C5C-47B6-A373-B52906A3C601}" type="presParOf" srcId="{DF9A9211-638B-4D1C-B335-9AD72DF84C16}" destId="{4B58FD78-0516-4868-9138-79F587AB6D7D}" srcOrd="0" destOrd="0" presId="urn:microsoft.com/office/officeart/2005/8/layout/vList4"/>
    <dgm:cxn modelId="{F6ED83AA-FE36-44B6-BF47-B97711065376}" type="presParOf" srcId="{DF9A9211-638B-4D1C-B335-9AD72DF84C16}" destId="{CEE89894-A877-4805-9965-136319685FF8}" srcOrd="1" destOrd="0" presId="urn:microsoft.com/office/officeart/2005/8/layout/vList4"/>
    <dgm:cxn modelId="{9CE4C67F-B0FE-4351-B1DE-608A4479CE6A}" type="presParOf" srcId="{DF9A9211-638B-4D1C-B335-9AD72DF84C16}" destId="{2705436D-198E-4AF1-B20E-581EED0ACFCD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6211F3-40BE-49EE-81BC-1EB1E6E73207}" type="doc">
      <dgm:prSet loTypeId="urn:microsoft.com/office/officeart/2008/layout/BendingPictureCaption" loCatId="picture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5A7D66D-10A6-48FD-976A-DF5D25B705C3}">
      <dgm:prSet phldrT="[Texto]" custT="1"/>
      <dgm:spPr/>
      <dgm:t>
        <a:bodyPr/>
        <a:lstStyle/>
        <a:p>
          <a:endParaRPr lang="en-US" sz="1400" dirty="0"/>
        </a:p>
      </dgm:t>
    </dgm:pt>
    <dgm:pt modelId="{97230857-D3DE-463A-89A1-11FEA06D3BEA}" type="parTrans" cxnId="{8ED51ABF-B772-4B9E-BE16-4B70CD8D3FFE}">
      <dgm:prSet/>
      <dgm:spPr/>
      <dgm:t>
        <a:bodyPr/>
        <a:lstStyle/>
        <a:p>
          <a:endParaRPr lang="en-US"/>
        </a:p>
      </dgm:t>
    </dgm:pt>
    <dgm:pt modelId="{A4F2C64E-5A6A-48B8-8153-72ED521A9BA6}" type="sibTrans" cxnId="{8ED51ABF-B772-4B9E-BE16-4B70CD8D3FFE}">
      <dgm:prSet/>
      <dgm:spPr/>
      <dgm:t>
        <a:bodyPr/>
        <a:lstStyle/>
        <a:p>
          <a:endParaRPr lang="en-US"/>
        </a:p>
      </dgm:t>
    </dgm:pt>
    <dgm:pt modelId="{484E125E-66B6-4C24-9A53-A224A1802D62}">
      <dgm:prSet phldrT="[Texto]" custT="1"/>
      <dgm:spPr/>
      <dgm:t>
        <a:bodyPr anchor="ctr" anchorCtr="0"/>
        <a:lstStyle/>
        <a:p>
          <a:pPr algn="ctr"/>
          <a:endParaRPr lang="en-US" sz="1400" dirty="0"/>
        </a:p>
      </dgm:t>
    </dgm:pt>
    <dgm:pt modelId="{3DE1149B-CECC-4ECF-A7A8-F22FBEA8885E}" type="parTrans" cxnId="{4C7AA280-CA79-421F-9949-33527949E4EE}">
      <dgm:prSet/>
      <dgm:spPr/>
      <dgm:t>
        <a:bodyPr/>
        <a:lstStyle/>
        <a:p>
          <a:endParaRPr lang="en-US"/>
        </a:p>
      </dgm:t>
    </dgm:pt>
    <dgm:pt modelId="{AC4A59A7-97C5-4861-8E1F-B15142B0318A}" type="sibTrans" cxnId="{4C7AA280-CA79-421F-9949-33527949E4EE}">
      <dgm:prSet/>
      <dgm:spPr/>
      <dgm:t>
        <a:bodyPr/>
        <a:lstStyle/>
        <a:p>
          <a:endParaRPr lang="en-US"/>
        </a:p>
      </dgm:t>
    </dgm:pt>
    <dgm:pt modelId="{ED808FF3-182A-4487-894E-E9996ADFE7BA}">
      <dgm:prSet phldrT="[Texto]" custT="1"/>
      <dgm:spPr/>
      <dgm:t>
        <a:bodyPr anchor="ctr" anchorCtr="0"/>
        <a:lstStyle/>
        <a:p>
          <a:pPr algn="ctr"/>
          <a:endParaRPr lang="en-US" sz="1400" dirty="0"/>
        </a:p>
      </dgm:t>
    </dgm:pt>
    <dgm:pt modelId="{85D46C03-C32A-4967-9F8B-4129B86D7BCF}" type="parTrans" cxnId="{F572CAD5-E46D-4426-9C16-466240A25A89}">
      <dgm:prSet/>
      <dgm:spPr/>
      <dgm:t>
        <a:bodyPr/>
        <a:lstStyle/>
        <a:p>
          <a:endParaRPr lang="en-US"/>
        </a:p>
      </dgm:t>
    </dgm:pt>
    <dgm:pt modelId="{1EA2FBB1-6A8A-411C-8000-362045211266}" type="sibTrans" cxnId="{F572CAD5-E46D-4426-9C16-466240A25A89}">
      <dgm:prSet/>
      <dgm:spPr/>
      <dgm:t>
        <a:bodyPr/>
        <a:lstStyle/>
        <a:p>
          <a:endParaRPr lang="en-US"/>
        </a:p>
      </dgm:t>
    </dgm:pt>
    <dgm:pt modelId="{DFD7360C-C5E6-4CE4-87DD-6084A1BF9C37}">
      <dgm:prSet phldrT="[Texto]" custT="1"/>
      <dgm:spPr/>
      <dgm:t>
        <a:bodyPr/>
        <a:lstStyle/>
        <a:p>
          <a:endParaRPr lang="en-US" sz="1200" dirty="0"/>
        </a:p>
      </dgm:t>
    </dgm:pt>
    <dgm:pt modelId="{02900ADE-18BE-40DB-9218-0B9CFBC4A794}" type="parTrans" cxnId="{327288F5-F7E2-41FE-8817-BB89F980092E}">
      <dgm:prSet/>
      <dgm:spPr/>
      <dgm:t>
        <a:bodyPr/>
        <a:lstStyle/>
        <a:p>
          <a:endParaRPr lang="en-US"/>
        </a:p>
      </dgm:t>
    </dgm:pt>
    <dgm:pt modelId="{B508595C-A426-471A-A6A1-67235A2E4B57}" type="sibTrans" cxnId="{327288F5-F7E2-41FE-8817-BB89F980092E}">
      <dgm:prSet/>
      <dgm:spPr/>
      <dgm:t>
        <a:bodyPr/>
        <a:lstStyle/>
        <a:p>
          <a:endParaRPr lang="en-US"/>
        </a:p>
      </dgm:t>
    </dgm:pt>
    <dgm:pt modelId="{A0637986-C092-448A-AE9A-743BC18E1751}" type="pres">
      <dgm:prSet presAssocID="{4D6211F3-40BE-49EE-81BC-1EB1E6E73207}" presName="diagram" presStyleCnt="0">
        <dgm:presLayoutVars>
          <dgm:dir/>
        </dgm:presLayoutVars>
      </dgm:prSet>
      <dgm:spPr/>
      <dgm:t>
        <a:bodyPr/>
        <a:lstStyle/>
        <a:p>
          <a:endParaRPr lang="en-US"/>
        </a:p>
      </dgm:t>
    </dgm:pt>
    <dgm:pt modelId="{BEF94C3C-BE6F-422D-AAB9-D45383E6F142}" type="pres">
      <dgm:prSet presAssocID="{75A7D66D-10A6-48FD-976A-DF5D25B705C3}" presName="composite" presStyleCnt="0"/>
      <dgm:spPr/>
    </dgm:pt>
    <dgm:pt modelId="{D862A6AA-46A9-4234-8439-30402C14A5A5}" type="pres">
      <dgm:prSet presAssocID="{75A7D66D-10A6-48FD-976A-DF5D25B705C3}" presName="Image" presStyleLbl="bgShp" presStyleIdx="0" presStyleCnt="4" custLinFactNeighborX="17254"/>
      <dgm:spPr/>
      <dgm:t>
        <a:bodyPr/>
        <a:lstStyle/>
        <a:p>
          <a:endParaRPr lang="es-GT"/>
        </a:p>
      </dgm:t>
    </dgm:pt>
    <dgm:pt modelId="{0402CCAE-4981-439D-9F38-44551E59F607}" type="pres">
      <dgm:prSet presAssocID="{75A7D66D-10A6-48FD-976A-DF5D25B705C3}" presName="Parent" presStyleLbl="node0" presStyleIdx="0" presStyleCnt="4" custScaleY="58116" custLinFactNeighborY="4325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A60234-4E63-422F-BDA6-337492EBCD64}" type="pres">
      <dgm:prSet presAssocID="{A4F2C64E-5A6A-48B8-8153-72ED521A9BA6}" presName="sibTrans" presStyleCnt="0"/>
      <dgm:spPr/>
    </dgm:pt>
    <dgm:pt modelId="{FD50ADA8-6E39-4385-990B-E4D019238CF7}" type="pres">
      <dgm:prSet presAssocID="{484E125E-66B6-4C24-9A53-A224A1802D62}" presName="composite" presStyleCnt="0"/>
      <dgm:spPr/>
    </dgm:pt>
    <dgm:pt modelId="{84E69DB7-708F-4A00-AE4A-F41B1C3D2C6F}" type="pres">
      <dgm:prSet presAssocID="{484E125E-66B6-4C24-9A53-A224A1802D62}" presName="Image" presStyleLbl="bgShp" presStyleIdx="1" presStyleCnt="4" custLinFactNeighborX="11005"/>
      <dgm:spPr/>
      <dgm:t>
        <a:bodyPr/>
        <a:lstStyle/>
        <a:p>
          <a:endParaRPr lang="es-GT"/>
        </a:p>
      </dgm:t>
    </dgm:pt>
    <dgm:pt modelId="{D106A386-D7EE-4165-A47A-769D8335B6B0}" type="pres">
      <dgm:prSet presAssocID="{484E125E-66B6-4C24-9A53-A224A1802D62}" presName="Parent" presStyleLbl="node0" presStyleIdx="1" presStyleCnt="4" custScaleY="75684" custLinFactNeighborX="-2297" custLinFactNeighborY="4908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74BA70-41F8-45DC-A041-71A88CA816AD}" type="pres">
      <dgm:prSet presAssocID="{AC4A59A7-97C5-4861-8E1F-B15142B0318A}" presName="sibTrans" presStyleCnt="0"/>
      <dgm:spPr/>
    </dgm:pt>
    <dgm:pt modelId="{AA8D6F4E-67B9-42D5-8B03-21825C39D9DA}" type="pres">
      <dgm:prSet presAssocID="{ED808FF3-182A-4487-894E-E9996ADFE7BA}" presName="composite" presStyleCnt="0"/>
      <dgm:spPr/>
    </dgm:pt>
    <dgm:pt modelId="{F4D2DAA9-9982-4D64-9356-80FB85BE326E}" type="pres">
      <dgm:prSet presAssocID="{ED808FF3-182A-4487-894E-E9996ADFE7BA}" presName="Image" presStyleLbl="bgShp" presStyleIdx="2" presStyleCnt="4" custLinFactNeighborX="18968"/>
      <dgm:spPr/>
      <dgm:t>
        <a:bodyPr/>
        <a:lstStyle/>
        <a:p>
          <a:endParaRPr lang="es-GT"/>
        </a:p>
      </dgm:t>
    </dgm:pt>
    <dgm:pt modelId="{D0871AF3-8385-48A0-B6C8-4286A74C828D}" type="pres">
      <dgm:prSet presAssocID="{ED808FF3-182A-4487-894E-E9996ADFE7BA}" presName="Parent" presStyleLbl="node0" presStyleIdx="2" presStyleCnt="4" custScaleY="6552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690F7B5-2D69-4786-B030-AF42DC359423}" type="pres">
      <dgm:prSet presAssocID="{1EA2FBB1-6A8A-411C-8000-362045211266}" presName="sibTrans" presStyleCnt="0"/>
      <dgm:spPr/>
    </dgm:pt>
    <dgm:pt modelId="{D1688890-A240-4D75-B3CB-A19B6303B0DF}" type="pres">
      <dgm:prSet presAssocID="{DFD7360C-C5E6-4CE4-87DD-6084A1BF9C37}" presName="composite" presStyleCnt="0"/>
      <dgm:spPr/>
    </dgm:pt>
    <dgm:pt modelId="{5332432F-8E9F-4236-8C9B-27F4FAD64E98}" type="pres">
      <dgm:prSet presAssocID="{DFD7360C-C5E6-4CE4-87DD-6084A1BF9C37}" presName="Image" presStyleLbl="bgShp" presStyleIdx="3" presStyleCnt="4" custLinFactNeighborX="9186"/>
      <dgm:spPr/>
      <dgm:t>
        <a:bodyPr/>
        <a:lstStyle/>
        <a:p>
          <a:endParaRPr lang="es-GT"/>
        </a:p>
      </dgm:t>
    </dgm:pt>
    <dgm:pt modelId="{8170450F-F31A-4E78-AC5C-BB1C37BC016D}" type="pres">
      <dgm:prSet presAssocID="{DFD7360C-C5E6-4CE4-87DD-6084A1BF9C37}" presName="Parent" presStyleLbl="node0" presStyleIdx="3" presStyleCnt="4" custScaleY="6552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D98D959-BEF8-4090-8EBB-8B92BEBAF3EC}" type="presOf" srcId="{75A7D66D-10A6-48FD-976A-DF5D25B705C3}" destId="{0402CCAE-4981-439D-9F38-44551E59F607}" srcOrd="0" destOrd="0" presId="urn:microsoft.com/office/officeart/2008/layout/BendingPictureCaption"/>
    <dgm:cxn modelId="{FF33C9E4-1C6D-4BF1-8FB6-BEBA3E3B72ED}" type="presOf" srcId="{ED808FF3-182A-4487-894E-E9996ADFE7BA}" destId="{D0871AF3-8385-48A0-B6C8-4286A74C828D}" srcOrd="0" destOrd="0" presId="urn:microsoft.com/office/officeart/2008/layout/BendingPictureCaption"/>
    <dgm:cxn modelId="{BF27FE2F-021F-4572-ACBA-8CAF57A6E01A}" type="presOf" srcId="{4D6211F3-40BE-49EE-81BC-1EB1E6E73207}" destId="{A0637986-C092-448A-AE9A-743BC18E1751}" srcOrd="0" destOrd="0" presId="urn:microsoft.com/office/officeart/2008/layout/BendingPictureCaption"/>
    <dgm:cxn modelId="{F572CAD5-E46D-4426-9C16-466240A25A89}" srcId="{4D6211F3-40BE-49EE-81BC-1EB1E6E73207}" destId="{ED808FF3-182A-4487-894E-E9996ADFE7BA}" srcOrd="2" destOrd="0" parTransId="{85D46C03-C32A-4967-9F8B-4129B86D7BCF}" sibTransId="{1EA2FBB1-6A8A-411C-8000-362045211266}"/>
    <dgm:cxn modelId="{8ED51ABF-B772-4B9E-BE16-4B70CD8D3FFE}" srcId="{4D6211F3-40BE-49EE-81BC-1EB1E6E73207}" destId="{75A7D66D-10A6-48FD-976A-DF5D25B705C3}" srcOrd="0" destOrd="0" parTransId="{97230857-D3DE-463A-89A1-11FEA06D3BEA}" sibTransId="{A4F2C64E-5A6A-48B8-8153-72ED521A9BA6}"/>
    <dgm:cxn modelId="{4C7AA280-CA79-421F-9949-33527949E4EE}" srcId="{4D6211F3-40BE-49EE-81BC-1EB1E6E73207}" destId="{484E125E-66B6-4C24-9A53-A224A1802D62}" srcOrd="1" destOrd="0" parTransId="{3DE1149B-CECC-4ECF-A7A8-F22FBEA8885E}" sibTransId="{AC4A59A7-97C5-4861-8E1F-B15142B0318A}"/>
    <dgm:cxn modelId="{327288F5-F7E2-41FE-8817-BB89F980092E}" srcId="{4D6211F3-40BE-49EE-81BC-1EB1E6E73207}" destId="{DFD7360C-C5E6-4CE4-87DD-6084A1BF9C37}" srcOrd="3" destOrd="0" parTransId="{02900ADE-18BE-40DB-9218-0B9CFBC4A794}" sibTransId="{B508595C-A426-471A-A6A1-67235A2E4B57}"/>
    <dgm:cxn modelId="{A77A98F2-EF7E-4E48-95E7-3475B522476E}" type="presOf" srcId="{484E125E-66B6-4C24-9A53-A224A1802D62}" destId="{D106A386-D7EE-4165-A47A-769D8335B6B0}" srcOrd="0" destOrd="0" presId="urn:microsoft.com/office/officeart/2008/layout/BendingPictureCaption"/>
    <dgm:cxn modelId="{F5CEA681-7B3D-4985-A4F7-D7BB84E75FBD}" type="presOf" srcId="{DFD7360C-C5E6-4CE4-87DD-6084A1BF9C37}" destId="{8170450F-F31A-4E78-AC5C-BB1C37BC016D}" srcOrd="0" destOrd="0" presId="urn:microsoft.com/office/officeart/2008/layout/BendingPictureCaption"/>
    <dgm:cxn modelId="{65363857-0DA1-453B-AA3E-2D354E93FB1A}" type="presParOf" srcId="{A0637986-C092-448A-AE9A-743BC18E1751}" destId="{BEF94C3C-BE6F-422D-AAB9-D45383E6F142}" srcOrd="0" destOrd="0" presId="urn:microsoft.com/office/officeart/2008/layout/BendingPictureCaption"/>
    <dgm:cxn modelId="{516BDA8E-F2DB-4B4A-83C1-3FFED2F9F42A}" type="presParOf" srcId="{BEF94C3C-BE6F-422D-AAB9-D45383E6F142}" destId="{D862A6AA-46A9-4234-8439-30402C14A5A5}" srcOrd="0" destOrd="0" presId="urn:microsoft.com/office/officeart/2008/layout/BendingPictureCaption"/>
    <dgm:cxn modelId="{8B4E8390-78FE-498E-AD14-46019DACD0C6}" type="presParOf" srcId="{BEF94C3C-BE6F-422D-AAB9-D45383E6F142}" destId="{0402CCAE-4981-439D-9F38-44551E59F607}" srcOrd="1" destOrd="0" presId="urn:microsoft.com/office/officeart/2008/layout/BendingPictureCaption"/>
    <dgm:cxn modelId="{7437646F-CCC9-46B9-9574-2C39A2E95240}" type="presParOf" srcId="{A0637986-C092-448A-AE9A-743BC18E1751}" destId="{1EA60234-4E63-422F-BDA6-337492EBCD64}" srcOrd="1" destOrd="0" presId="urn:microsoft.com/office/officeart/2008/layout/BendingPictureCaption"/>
    <dgm:cxn modelId="{C33153DE-6774-4743-AB01-6D307B2AAE8B}" type="presParOf" srcId="{A0637986-C092-448A-AE9A-743BC18E1751}" destId="{FD50ADA8-6E39-4385-990B-E4D019238CF7}" srcOrd="2" destOrd="0" presId="urn:microsoft.com/office/officeart/2008/layout/BendingPictureCaption"/>
    <dgm:cxn modelId="{85774D46-AFE1-4E14-9A77-3F5785E060AB}" type="presParOf" srcId="{FD50ADA8-6E39-4385-990B-E4D019238CF7}" destId="{84E69DB7-708F-4A00-AE4A-F41B1C3D2C6F}" srcOrd="0" destOrd="0" presId="urn:microsoft.com/office/officeart/2008/layout/BendingPictureCaption"/>
    <dgm:cxn modelId="{A8E99076-649C-47F7-91A6-F0749DC33322}" type="presParOf" srcId="{FD50ADA8-6E39-4385-990B-E4D019238CF7}" destId="{D106A386-D7EE-4165-A47A-769D8335B6B0}" srcOrd="1" destOrd="0" presId="urn:microsoft.com/office/officeart/2008/layout/BendingPictureCaption"/>
    <dgm:cxn modelId="{D92AC2BD-43ED-4C16-BF0D-7EB1E104E0EF}" type="presParOf" srcId="{A0637986-C092-448A-AE9A-743BC18E1751}" destId="{3674BA70-41F8-45DC-A041-71A88CA816AD}" srcOrd="3" destOrd="0" presId="urn:microsoft.com/office/officeart/2008/layout/BendingPictureCaption"/>
    <dgm:cxn modelId="{596E1612-9261-4738-9A7C-B5AE6AAEFC94}" type="presParOf" srcId="{A0637986-C092-448A-AE9A-743BC18E1751}" destId="{AA8D6F4E-67B9-42D5-8B03-21825C39D9DA}" srcOrd="4" destOrd="0" presId="urn:microsoft.com/office/officeart/2008/layout/BendingPictureCaption"/>
    <dgm:cxn modelId="{8A4DD22E-BDFD-4919-89B6-2880CCA4607E}" type="presParOf" srcId="{AA8D6F4E-67B9-42D5-8B03-21825C39D9DA}" destId="{F4D2DAA9-9982-4D64-9356-80FB85BE326E}" srcOrd="0" destOrd="0" presId="urn:microsoft.com/office/officeart/2008/layout/BendingPictureCaption"/>
    <dgm:cxn modelId="{F9D88149-B1B0-4FFB-BEA5-4F0C559DEE4A}" type="presParOf" srcId="{AA8D6F4E-67B9-42D5-8B03-21825C39D9DA}" destId="{D0871AF3-8385-48A0-B6C8-4286A74C828D}" srcOrd="1" destOrd="0" presId="urn:microsoft.com/office/officeart/2008/layout/BendingPictureCaption"/>
    <dgm:cxn modelId="{B697B57C-DD3F-4CD7-B5D7-1F66058B49C5}" type="presParOf" srcId="{A0637986-C092-448A-AE9A-743BC18E1751}" destId="{0690F7B5-2D69-4786-B030-AF42DC359423}" srcOrd="5" destOrd="0" presId="urn:microsoft.com/office/officeart/2008/layout/BendingPictureCaption"/>
    <dgm:cxn modelId="{BCBD49AA-78DC-4D0F-8696-DB189CF2C25D}" type="presParOf" srcId="{A0637986-C092-448A-AE9A-743BC18E1751}" destId="{D1688890-A240-4D75-B3CB-A19B6303B0DF}" srcOrd="6" destOrd="0" presId="urn:microsoft.com/office/officeart/2008/layout/BendingPictureCaption"/>
    <dgm:cxn modelId="{B7E332C0-1D6B-41E2-B98D-DED31A2CBD23}" type="presParOf" srcId="{D1688890-A240-4D75-B3CB-A19B6303B0DF}" destId="{5332432F-8E9F-4236-8C9B-27F4FAD64E98}" srcOrd="0" destOrd="0" presId="urn:microsoft.com/office/officeart/2008/layout/BendingPictureCaption"/>
    <dgm:cxn modelId="{99E9CA6B-9A58-44C1-A2A1-AE9F0B7552A6}" type="presParOf" srcId="{D1688890-A240-4D75-B3CB-A19B6303B0DF}" destId="{8170450F-F31A-4E78-AC5C-BB1C37BC016D}" srcOrd="1" destOrd="0" presId="urn:microsoft.com/office/officeart/2008/layout/BendingPictureCapti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B5958E-5E55-4DBF-9999-CE5A7FBD4D81}">
      <dsp:nvSpPr>
        <dsp:cNvPr id="0" name=""/>
        <dsp:cNvSpPr/>
      </dsp:nvSpPr>
      <dsp:spPr>
        <a:xfrm>
          <a:off x="0" y="0"/>
          <a:ext cx="7452320" cy="214312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b="1" kern="1200" dirty="0" smtClean="0"/>
            <a:t>DISEÑO</a:t>
          </a:r>
          <a:endParaRPr lang="en-US" sz="23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b="1" kern="1200" dirty="0" smtClean="0"/>
            <a:t>TECNOLOGÍA</a:t>
          </a:r>
          <a:endParaRPr lang="en-US" sz="23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b="1" kern="1200" dirty="0" smtClean="0"/>
            <a:t>MEDICIÓN</a:t>
          </a:r>
          <a:endParaRPr lang="en-US" sz="2300" b="1" kern="1200" dirty="0"/>
        </a:p>
      </dsp:txBody>
      <dsp:txXfrm>
        <a:off x="1704776" y="0"/>
        <a:ext cx="5747543" cy="2143125"/>
      </dsp:txXfrm>
    </dsp:sp>
    <dsp:sp modelId="{D464C909-AD49-4D64-B593-234CCB33799E}">
      <dsp:nvSpPr>
        <dsp:cNvPr id="0" name=""/>
        <dsp:cNvSpPr/>
      </dsp:nvSpPr>
      <dsp:spPr>
        <a:xfrm>
          <a:off x="214312" y="214312"/>
          <a:ext cx="1490464" cy="1714500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1D176B-635A-47C2-92D8-7D9AD6E62C7E}">
      <dsp:nvSpPr>
        <dsp:cNvPr id="0" name=""/>
        <dsp:cNvSpPr/>
      </dsp:nvSpPr>
      <dsp:spPr>
        <a:xfrm>
          <a:off x="0" y="2357437"/>
          <a:ext cx="7452320" cy="2143125"/>
        </a:xfrm>
        <a:prstGeom prst="roundRect">
          <a:avLst>
            <a:gd name="adj" fmla="val 10000"/>
          </a:avLst>
        </a:prstGeom>
        <a:solidFill>
          <a:schemeClr val="accent5">
            <a:hueOff val="-7009649"/>
            <a:satOff val="10306"/>
            <a:lumOff val="8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1" kern="1200" dirty="0" smtClean="0"/>
            <a:t>Internet of Things (</a:t>
          </a:r>
          <a:r>
            <a:rPr lang="en-US" sz="2000" b="1" kern="1200" dirty="0" err="1" smtClean="0"/>
            <a:t>IoT</a:t>
          </a:r>
          <a:r>
            <a:rPr lang="en-US" sz="2000" b="1" kern="1200" dirty="0" smtClean="0"/>
            <a:t>)</a:t>
          </a:r>
          <a:endParaRPr lang="en-US" sz="20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1" kern="1200" dirty="0" smtClean="0"/>
            <a:t>Intelligence</a:t>
          </a:r>
          <a:endParaRPr lang="en-US" sz="20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1" kern="1200" dirty="0" smtClean="0"/>
            <a:t>Analytics</a:t>
          </a:r>
          <a:endParaRPr lang="en-US" sz="20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1" kern="1200" dirty="0" smtClean="0"/>
            <a:t>Hardware as a Service (</a:t>
          </a:r>
          <a:r>
            <a:rPr lang="en-US" sz="2000" b="1" kern="1200" dirty="0" err="1" smtClean="0"/>
            <a:t>HaaS</a:t>
          </a:r>
          <a:r>
            <a:rPr lang="en-US" sz="2000" b="1" kern="1200" dirty="0" smtClean="0"/>
            <a:t>)</a:t>
          </a:r>
          <a:endParaRPr lang="en-US" sz="20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1" kern="1200" dirty="0" smtClean="0"/>
            <a:t>Innovation</a:t>
          </a:r>
          <a:endParaRPr lang="en-US" sz="2000" b="1" kern="1200" dirty="0"/>
        </a:p>
      </dsp:txBody>
      <dsp:txXfrm>
        <a:off x="1704776" y="2357437"/>
        <a:ext cx="5747543" cy="2143125"/>
      </dsp:txXfrm>
    </dsp:sp>
    <dsp:sp modelId="{7896CDD9-3EC9-4E45-A9CB-8C517CE6B345}">
      <dsp:nvSpPr>
        <dsp:cNvPr id="0" name=""/>
        <dsp:cNvSpPr/>
      </dsp:nvSpPr>
      <dsp:spPr>
        <a:xfrm>
          <a:off x="214312" y="2571750"/>
          <a:ext cx="1490464" cy="1714500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-7044936"/>
            <a:satOff val="13577"/>
            <a:lumOff val="26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58FD78-0516-4868-9138-79F587AB6D7D}">
      <dsp:nvSpPr>
        <dsp:cNvPr id="0" name=""/>
        <dsp:cNvSpPr/>
      </dsp:nvSpPr>
      <dsp:spPr>
        <a:xfrm>
          <a:off x="0" y="4714875"/>
          <a:ext cx="7452320" cy="2143125"/>
        </a:xfrm>
        <a:prstGeom prst="roundRect">
          <a:avLst>
            <a:gd name="adj" fmla="val 10000"/>
          </a:avLst>
        </a:prstGeom>
        <a:solidFill>
          <a:schemeClr val="accent5">
            <a:hueOff val="-14019298"/>
            <a:satOff val="20613"/>
            <a:lumOff val="1764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 dirty="0" smtClean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err="1" smtClean="0"/>
            <a:t>Automatizar</a:t>
          </a:r>
          <a:endParaRPr lang="en-US" sz="1600" b="1" kern="1200" dirty="0" smtClean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err="1" smtClean="0"/>
            <a:t>Reducción</a:t>
          </a:r>
          <a:r>
            <a:rPr lang="en-US" sz="1600" b="1" kern="1200" dirty="0" smtClean="0"/>
            <a:t> de </a:t>
          </a:r>
          <a:r>
            <a:rPr lang="en-US" sz="1600" b="1" kern="1200" dirty="0" err="1" smtClean="0"/>
            <a:t>costos</a:t>
          </a:r>
          <a:endParaRPr lang="en-US" sz="1600" b="1" kern="1200" dirty="0" smtClean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err="1" smtClean="0"/>
            <a:t>Rentabilidad</a:t>
          </a:r>
          <a:endParaRPr lang="en-US" sz="1600" b="1" kern="1200" dirty="0" smtClean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err="1" smtClean="0"/>
            <a:t>Toma</a:t>
          </a:r>
          <a:r>
            <a:rPr lang="en-US" sz="1600" b="1" kern="1200" dirty="0" smtClean="0"/>
            <a:t> de </a:t>
          </a:r>
          <a:r>
            <a:rPr lang="en-US" sz="1600" b="1" kern="1200" dirty="0" err="1" smtClean="0"/>
            <a:t>decisiones</a:t>
          </a:r>
          <a:endParaRPr lang="en-US" sz="1600" b="1" kern="1200" dirty="0" smtClean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err="1" smtClean="0"/>
            <a:t>Masificar</a:t>
          </a:r>
          <a:endParaRPr lang="en-US" sz="1600" b="1" kern="1200" dirty="0" smtClean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err="1" smtClean="0"/>
            <a:t>Mejorar</a:t>
          </a:r>
          <a:r>
            <a:rPr lang="en-US" sz="1600" b="1" kern="1200" dirty="0" smtClean="0"/>
            <a:t> </a:t>
          </a:r>
          <a:r>
            <a:rPr lang="en-US" sz="1600" b="1" kern="1200" dirty="0" err="1" smtClean="0"/>
            <a:t>nivel</a:t>
          </a:r>
          <a:r>
            <a:rPr lang="en-US" sz="1600" b="1" kern="1200" dirty="0" smtClean="0"/>
            <a:t> de </a:t>
          </a:r>
          <a:r>
            <a:rPr lang="en-US" sz="1600" b="1" kern="1200" dirty="0" err="1" smtClean="0"/>
            <a:t>vida</a:t>
          </a:r>
          <a:endParaRPr lang="en-US" sz="1600" b="1" kern="1200" dirty="0" smtClean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err="1" smtClean="0"/>
            <a:t>Reducir</a:t>
          </a:r>
          <a:r>
            <a:rPr lang="en-US" sz="1600" b="1" kern="1200" dirty="0" smtClean="0"/>
            <a:t> </a:t>
          </a:r>
          <a:r>
            <a:rPr lang="en-US" sz="1600" b="1" kern="1200" dirty="0" err="1" smtClean="0"/>
            <a:t>impacto</a:t>
          </a:r>
          <a:r>
            <a:rPr lang="en-US" sz="1600" b="1" kern="1200" dirty="0" smtClean="0"/>
            <a:t> </a:t>
          </a:r>
          <a:r>
            <a:rPr lang="en-US" sz="1600" b="1" kern="1200" dirty="0" err="1" smtClean="0"/>
            <a:t>ambiental</a:t>
          </a:r>
          <a:r>
            <a:rPr lang="en-US" sz="1800" kern="1200" dirty="0" smtClean="0"/>
            <a:t> </a:t>
          </a:r>
          <a:endParaRPr lang="en-US" sz="1600" b="1" kern="1200" dirty="0" smtClean="0"/>
        </a:p>
      </dsp:txBody>
      <dsp:txXfrm>
        <a:off x="1704776" y="4714875"/>
        <a:ext cx="5747543" cy="2143125"/>
      </dsp:txXfrm>
    </dsp:sp>
    <dsp:sp modelId="{CEE89894-A877-4805-9965-136319685FF8}">
      <dsp:nvSpPr>
        <dsp:cNvPr id="0" name=""/>
        <dsp:cNvSpPr/>
      </dsp:nvSpPr>
      <dsp:spPr>
        <a:xfrm>
          <a:off x="214312" y="4929187"/>
          <a:ext cx="1490464" cy="1714500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-14089872"/>
            <a:satOff val="27155"/>
            <a:lumOff val="531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62A6AA-46A9-4234-8439-30402C14A5A5}">
      <dsp:nvSpPr>
        <dsp:cNvPr id="0" name=""/>
        <dsp:cNvSpPr/>
      </dsp:nvSpPr>
      <dsp:spPr>
        <a:xfrm>
          <a:off x="708604" y="54684"/>
          <a:ext cx="4086394" cy="3019830"/>
        </a:xfrm>
        <a:prstGeom prst="rect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02CCAE-4981-439D-9F38-44551E59F607}">
      <dsp:nvSpPr>
        <dsp:cNvPr id="0" name=""/>
        <dsp:cNvSpPr/>
      </dsp:nvSpPr>
      <dsp:spPr>
        <a:xfrm>
          <a:off x="829511" y="3070208"/>
          <a:ext cx="3521255" cy="49178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5000"/>
            </a:spcAft>
          </a:pPr>
          <a:endParaRPr lang="en-US" sz="1400" kern="1200" dirty="0"/>
        </a:p>
      </dsp:txBody>
      <dsp:txXfrm>
        <a:off x="829511" y="3070208"/>
        <a:ext cx="3521255" cy="491787"/>
      </dsp:txXfrm>
    </dsp:sp>
    <dsp:sp modelId="{84E69DB7-708F-4A00-AE4A-F41B1C3D2C6F}">
      <dsp:nvSpPr>
        <dsp:cNvPr id="0" name=""/>
        <dsp:cNvSpPr/>
      </dsp:nvSpPr>
      <dsp:spPr>
        <a:xfrm>
          <a:off x="5057605" y="17518"/>
          <a:ext cx="4086394" cy="3019830"/>
        </a:xfrm>
        <a:prstGeom prst="rect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06A386-D7EE-4165-A47A-769D8335B6B0}">
      <dsp:nvSpPr>
        <dsp:cNvPr id="0" name=""/>
        <dsp:cNvSpPr/>
      </dsp:nvSpPr>
      <dsp:spPr>
        <a:xfrm>
          <a:off x="5538323" y="3008011"/>
          <a:ext cx="3521255" cy="6404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5000"/>
            </a:spcAft>
          </a:pPr>
          <a:endParaRPr lang="en-US" sz="1400" kern="1200" dirty="0"/>
        </a:p>
      </dsp:txBody>
      <dsp:txXfrm>
        <a:off x="5538323" y="3008011"/>
        <a:ext cx="3521255" cy="640450"/>
      </dsp:txXfrm>
    </dsp:sp>
    <dsp:sp modelId="{F4D2DAA9-9982-4D64-9356-80FB85BE326E}">
      <dsp:nvSpPr>
        <dsp:cNvPr id="0" name=""/>
        <dsp:cNvSpPr/>
      </dsp:nvSpPr>
      <dsp:spPr>
        <a:xfrm>
          <a:off x="778645" y="3667853"/>
          <a:ext cx="4086394" cy="3019830"/>
        </a:xfrm>
        <a:prstGeom prst="rect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871AF3-8385-48A0-B6C8-4286A74C828D}">
      <dsp:nvSpPr>
        <dsp:cNvPr id="0" name=""/>
        <dsp:cNvSpPr/>
      </dsp:nvSpPr>
      <dsp:spPr>
        <a:xfrm>
          <a:off x="829511" y="6285998"/>
          <a:ext cx="3521255" cy="55448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5000"/>
            </a:spcAft>
          </a:pPr>
          <a:endParaRPr lang="en-US" sz="1400" kern="1200" dirty="0"/>
        </a:p>
      </dsp:txBody>
      <dsp:txXfrm>
        <a:off x="829511" y="6285998"/>
        <a:ext cx="3521255" cy="554483"/>
      </dsp:txXfrm>
    </dsp:sp>
    <dsp:sp modelId="{5332432F-8E9F-4236-8C9B-27F4FAD64E98}">
      <dsp:nvSpPr>
        <dsp:cNvPr id="0" name=""/>
        <dsp:cNvSpPr/>
      </dsp:nvSpPr>
      <dsp:spPr>
        <a:xfrm>
          <a:off x="5057605" y="3667853"/>
          <a:ext cx="4086394" cy="3019830"/>
        </a:xfrm>
        <a:prstGeom prst="rect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70450F-F31A-4E78-AC5C-BB1C37BC016D}">
      <dsp:nvSpPr>
        <dsp:cNvPr id="0" name=""/>
        <dsp:cNvSpPr/>
      </dsp:nvSpPr>
      <dsp:spPr>
        <a:xfrm>
          <a:off x="5619206" y="6285998"/>
          <a:ext cx="3521255" cy="55448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5000"/>
            </a:spcAft>
          </a:pPr>
          <a:endParaRPr lang="en-US" sz="1200" kern="1200" dirty="0"/>
        </a:p>
      </dsp:txBody>
      <dsp:txXfrm>
        <a:off x="5619206" y="6285998"/>
        <a:ext cx="3521255" cy="5544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BendingPictureCaption">
  <dgm:title val=""/>
  <dgm:desc val=""/>
  <dgm:catLst>
    <dgm:cat type="picture" pri="6000"/>
    <dgm:cat type="pictureconvert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7" srcId="0" destId="1" srcOrd="0" destOrd="0"/>
        <dgm:cxn modelId="8" srcId="0" destId="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diagram">
    <dgm:varLst>
      <dgm:dir/>
    </dgm:varLst>
    <dgm:choose name="Name0">
      <dgm:if name="Name1" func="var" arg="dir" op="equ" val="norm">
        <dgm:alg type="snake">
          <dgm:param type="off" val="ctr"/>
        </dgm:alg>
      </dgm:if>
      <dgm:else name="Name2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.19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if>
          <dgm:else name="Name5">
            <dgm:constrLst>
              <dgm:constr type="l" for="ch" forName="Image" refType="w" fact="0.06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else>
        </dgm:choose>
        <dgm:layoutNode name="Image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node0">
          <dgm:varLst>
            <dgm:bulletEnabled val="1"/>
          </dgm:varLst>
          <dgm:alg type="tx">
            <dgm:param type="txAnchorVertCh" val="mid"/>
            <dgm:param type="shpTxRTLAlignCh" val="r"/>
            <dgm:param type="lnSpAfParP" val="5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242CA-DCF0-4F94-8C3E-173726D580D7}" type="datetimeFigureOut">
              <a:rPr lang="es-GT" smtClean="0"/>
              <a:t>10/01/2018</a:t>
            </a:fld>
            <a:endParaRPr lang="es-GT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GT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56FC1-654A-4EEB-BEAC-1D2FD8F18F1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49080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556FC1-654A-4EEB-BEAC-1D2FD8F18F1C}" type="slidenum">
              <a:rPr lang="es-GT" smtClean="0"/>
              <a:t>1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55601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579-F96F-45EE-B366-619560D39526}" type="datetimeFigureOut">
              <a:rPr lang="es-GT" smtClean="0"/>
              <a:t>10/01/2018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8363-1AEB-43CD-ABE1-A89A80166524}" type="slidenum">
              <a:rPr lang="es-GT" smtClean="0"/>
              <a:t>‹Nº›</a:t>
            </a:fld>
            <a:endParaRPr lang="es-G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579-F96F-45EE-B366-619560D39526}" type="datetimeFigureOut">
              <a:rPr lang="es-GT" smtClean="0"/>
              <a:t>10/01/2018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8363-1AEB-43CD-ABE1-A89A80166524}" type="slidenum">
              <a:rPr lang="es-GT" smtClean="0"/>
              <a:t>‹Nº›</a:t>
            </a:fld>
            <a:endParaRPr lang="es-G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579-F96F-45EE-B366-619560D39526}" type="datetimeFigureOut">
              <a:rPr lang="es-GT" smtClean="0"/>
              <a:t>10/01/2018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8363-1AEB-43CD-ABE1-A89A80166524}" type="slidenum">
              <a:rPr lang="es-GT" smtClean="0"/>
              <a:t>‹Nº›</a:t>
            </a:fld>
            <a:endParaRPr lang="es-G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579-F96F-45EE-B366-619560D39526}" type="datetimeFigureOut">
              <a:rPr lang="es-GT" smtClean="0"/>
              <a:t>10/01/2018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8363-1AEB-43CD-ABE1-A89A80166524}" type="slidenum">
              <a:rPr lang="es-GT" smtClean="0"/>
              <a:t>‹Nº›</a:t>
            </a:fld>
            <a:endParaRPr lang="es-GT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579-F96F-45EE-B366-619560D39526}" type="datetimeFigureOut">
              <a:rPr lang="es-GT" smtClean="0"/>
              <a:t>10/01/2018</a:t>
            </a:fld>
            <a:endParaRPr lang="es-G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8363-1AEB-43CD-ABE1-A89A80166524}" type="slidenum">
              <a:rPr lang="es-GT" smtClean="0"/>
              <a:t>‹Nº›</a:t>
            </a:fld>
            <a:endParaRPr lang="es-G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579-F96F-45EE-B366-619560D39526}" type="datetimeFigureOut">
              <a:rPr lang="es-GT" smtClean="0"/>
              <a:t>10/01/2018</a:t>
            </a:fld>
            <a:endParaRPr lang="es-G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8363-1AEB-43CD-ABE1-A89A80166524}" type="slidenum">
              <a:rPr lang="es-GT" smtClean="0"/>
              <a:t>‹Nº›</a:t>
            </a:fld>
            <a:endParaRPr lang="es-G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579-F96F-45EE-B366-619560D39526}" type="datetimeFigureOut">
              <a:rPr lang="es-GT" smtClean="0"/>
              <a:t>10/01/2018</a:t>
            </a:fld>
            <a:endParaRPr lang="es-G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8363-1AEB-43CD-ABE1-A89A80166524}" type="slidenum">
              <a:rPr lang="es-GT" smtClean="0"/>
              <a:t>‹Nº›</a:t>
            </a:fld>
            <a:endParaRPr lang="es-G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579-F96F-45EE-B366-619560D39526}" type="datetimeFigureOut">
              <a:rPr lang="es-GT" smtClean="0"/>
              <a:t>10/01/2018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3B8363-1AEB-43CD-ABE1-A89A80166524}" type="slidenum">
              <a:rPr lang="es-GT" smtClean="0"/>
              <a:t>‹Nº›</a:t>
            </a:fld>
            <a:endParaRPr lang="es-G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579-F96F-45EE-B366-619560D39526}" type="datetimeFigureOut">
              <a:rPr lang="es-GT" smtClean="0"/>
              <a:t>10/01/2018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8363-1AEB-43CD-ABE1-A89A80166524}" type="slidenum">
              <a:rPr lang="es-GT" smtClean="0"/>
              <a:t>‹Nº›</a:t>
            </a:fld>
            <a:endParaRPr lang="es-G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579-F96F-45EE-B366-619560D39526}" type="datetimeFigureOut">
              <a:rPr lang="es-GT" smtClean="0"/>
              <a:t>10/01/2018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8363-1AEB-43CD-ABE1-A89A80166524}" type="slidenum">
              <a:rPr lang="es-GT" smtClean="0"/>
              <a:t>‹Nº›</a:t>
            </a:fld>
            <a:endParaRPr lang="es-G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579-F96F-45EE-B366-619560D39526}" type="datetimeFigureOut">
              <a:rPr lang="es-GT" smtClean="0"/>
              <a:t>10/01/2018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B8363-1AEB-43CD-ABE1-A89A80166524}" type="slidenum">
              <a:rPr lang="es-GT" smtClean="0"/>
              <a:t>‹Nº›</a:t>
            </a:fld>
            <a:endParaRPr lang="es-G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FFC0F579-F96F-45EE-B366-619560D39526}" type="datetimeFigureOut">
              <a:rPr lang="es-GT" smtClean="0"/>
              <a:t>10/01/2018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9A3B8363-1AEB-43CD-ABE1-A89A80166524}" type="slidenum">
              <a:rPr lang="es-GT" smtClean="0"/>
              <a:t>‹Nº›</a:t>
            </a:fld>
            <a:endParaRPr lang="es-G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openxmlformats.org/officeDocument/2006/relationships/image" Target="../media/image12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8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 rot="19140000">
            <a:off x="745880" y="1705212"/>
            <a:ext cx="5648623" cy="1204306"/>
          </a:xfrm>
        </p:spPr>
        <p:txBody>
          <a:bodyPr/>
          <a:lstStyle/>
          <a:p>
            <a:r>
              <a:rPr lang="es-GT" sz="6000" dirty="0">
                <a:solidFill>
                  <a:schemeClr val="bg1"/>
                </a:solidFill>
              </a:rPr>
              <a:t/>
            </a:r>
            <a:br>
              <a:rPr lang="es-GT" sz="6000" dirty="0">
                <a:solidFill>
                  <a:schemeClr val="bg1"/>
                </a:solidFill>
              </a:rPr>
            </a:br>
            <a:r>
              <a:rPr lang="es-GT" sz="6000" dirty="0" err="1" smtClean="0">
                <a:solidFill>
                  <a:schemeClr val="bg1"/>
                </a:solidFill>
              </a:rPr>
              <a:t>waterbox</a:t>
            </a:r>
            <a:r>
              <a:rPr lang="es-GT" sz="6000" dirty="0" smtClean="0">
                <a:solidFill>
                  <a:schemeClr val="bg1"/>
                </a:solidFill>
              </a:rPr>
              <a:t>  </a:t>
            </a:r>
            <a:r>
              <a:rPr lang="es-GT" dirty="0" smtClean="0">
                <a:solidFill>
                  <a:schemeClr val="bg1"/>
                </a:solidFill>
              </a:rPr>
              <a:t>Agua bajo demanda para economías emergentes</a:t>
            </a:r>
            <a:endParaRPr lang="es-GT" dirty="0">
              <a:solidFill>
                <a:schemeClr val="bg1"/>
              </a:solidFill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GT" dirty="0" smtClean="0">
                <a:solidFill>
                  <a:schemeClr val="bg1"/>
                </a:solidFill>
              </a:rPr>
              <a:t>Automatización de medidores de agua por </a:t>
            </a:r>
            <a:r>
              <a:rPr lang="es-GT" dirty="0" err="1" smtClean="0">
                <a:solidFill>
                  <a:schemeClr val="bg1"/>
                </a:solidFill>
              </a:rPr>
              <a:t>sms</a:t>
            </a:r>
            <a:endParaRPr lang="es-GT" dirty="0">
              <a:solidFill>
                <a:schemeClr val="bg1"/>
              </a:solidFill>
            </a:endParaRP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706" y="5301207"/>
            <a:ext cx="1569293" cy="1569293"/>
          </a:xfrm>
          <a:prstGeom prst="rect">
            <a:avLst/>
          </a:prstGeom>
        </p:spPr>
      </p:pic>
      <p:pic>
        <p:nvPicPr>
          <p:cNvPr id="1026" name="Picture 2" descr="FlatboxShortHorizonta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2" y="4695088"/>
            <a:ext cx="1670756" cy="620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088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5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Diagrama"/>
          <p:cNvGraphicFramePr/>
          <p:nvPr>
            <p:extLst>
              <p:ext uri="{D42A27DB-BD31-4B8C-83A1-F6EECF244321}">
                <p14:modId xmlns:p14="http://schemas.microsoft.com/office/powerpoint/2010/main" val="1863380317"/>
              </p:ext>
            </p:extLst>
          </p:nvPr>
        </p:nvGraphicFramePr>
        <p:xfrm>
          <a:off x="1691680" y="0"/>
          <a:ext cx="745232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3 Rectángulo redondeado"/>
          <p:cNvSpPr/>
          <p:nvPr/>
        </p:nvSpPr>
        <p:spPr>
          <a:xfrm>
            <a:off x="0" y="0"/>
            <a:ext cx="1619672" cy="6858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Rectángulo"/>
          <p:cNvSpPr/>
          <p:nvPr/>
        </p:nvSpPr>
        <p:spPr>
          <a:xfrm rot="16200000">
            <a:off x="-2643807" y="2967333"/>
            <a:ext cx="6858002" cy="923330"/>
          </a:xfrm>
          <a:prstGeom prst="rect">
            <a:avLst/>
          </a:prstGeom>
          <a:noFill/>
          <a:ln w="63500"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err="1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flat</a:t>
            </a:r>
            <a:r>
              <a:rPr lang="en-US" sz="5400" b="1" dirty="0" err="1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box</a:t>
            </a:r>
            <a:endParaRPr lang="en-US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2082784" y="798112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400" b="1" dirty="0" smtClean="0">
                <a:solidFill>
                  <a:srgbClr val="C00000"/>
                </a:solidFill>
              </a:rPr>
              <a:t>Qué ?</a:t>
            </a:r>
            <a:endParaRPr lang="es-GT" b="1" dirty="0">
              <a:solidFill>
                <a:srgbClr val="C00000"/>
              </a:solidFill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1979712" y="3149424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400" b="1" dirty="0" smtClean="0">
                <a:solidFill>
                  <a:srgbClr val="C00000"/>
                </a:solidFill>
              </a:rPr>
              <a:t>Cómo ?</a:t>
            </a:r>
            <a:endParaRPr lang="es-GT" b="1" dirty="0">
              <a:solidFill>
                <a:srgbClr val="C00000"/>
              </a:solidFill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2082784" y="5289904"/>
            <a:ext cx="1152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400" b="1" dirty="0" smtClean="0">
                <a:solidFill>
                  <a:srgbClr val="C00000"/>
                </a:solidFill>
              </a:rPr>
              <a:t>Para qué ?</a:t>
            </a:r>
            <a:endParaRPr lang="es-GT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38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OBJETIVOS PRINCIPALES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100628"/>
            <a:ext cx="3888432" cy="3579849"/>
          </a:xfrm>
        </p:spPr>
        <p:txBody>
          <a:bodyPr>
            <a:normAutofit/>
          </a:bodyPr>
          <a:lstStyle/>
          <a:p>
            <a:pPr marL="0" indent="0"/>
            <a:endParaRPr lang="en-US" sz="1800" dirty="0" smtClean="0"/>
          </a:p>
          <a:p>
            <a:pPr marL="0" indent="0"/>
            <a:r>
              <a:rPr lang="en-US" sz="1800" dirty="0" err="1" smtClean="0"/>
              <a:t>Implementar</a:t>
            </a:r>
            <a:r>
              <a:rPr lang="en-US" sz="1800" dirty="0" smtClean="0"/>
              <a:t> </a:t>
            </a:r>
            <a:r>
              <a:rPr lang="en-US" sz="1800" dirty="0" err="1" smtClean="0"/>
              <a:t>una</a:t>
            </a:r>
            <a:r>
              <a:rPr lang="en-US" sz="1800" dirty="0" smtClean="0"/>
              <a:t> </a:t>
            </a:r>
            <a:r>
              <a:rPr lang="en-US" sz="1800" dirty="0" err="1" smtClean="0"/>
              <a:t>solución</a:t>
            </a:r>
            <a:r>
              <a:rPr lang="en-US" sz="1800" dirty="0" smtClean="0"/>
              <a:t> </a:t>
            </a:r>
            <a:r>
              <a:rPr lang="en-US" sz="1800" dirty="0" err="1" smtClean="0"/>
              <a:t>automatizada</a:t>
            </a:r>
            <a:r>
              <a:rPr lang="en-US" sz="1800" dirty="0" smtClean="0"/>
              <a:t> de </a:t>
            </a:r>
            <a:r>
              <a:rPr lang="en-US" sz="1800" dirty="0" err="1" smtClean="0"/>
              <a:t>medidores</a:t>
            </a:r>
            <a:r>
              <a:rPr lang="en-US" sz="1800" dirty="0" smtClean="0"/>
              <a:t> de </a:t>
            </a:r>
            <a:r>
              <a:rPr lang="en-US" sz="1800" dirty="0" err="1" smtClean="0"/>
              <a:t>agua</a:t>
            </a:r>
            <a:r>
              <a:rPr lang="en-US" sz="1800" dirty="0" smtClean="0"/>
              <a:t> con la que se </a:t>
            </a:r>
            <a:r>
              <a:rPr lang="en-US" sz="1800" dirty="0" err="1" smtClean="0"/>
              <a:t>pueda</a:t>
            </a:r>
            <a:r>
              <a:rPr lang="en-US" sz="1800" dirty="0" smtClean="0"/>
              <a:t> </a:t>
            </a:r>
            <a:r>
              <a:rPr lang="en-US" sz="1800" dirty="0" err="1" smtClean="0"/>
              <a:t>lograr</a:t>
            </a:r>
            <a:r>
              <a:rPr lang="en-US" sz="1800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Lectura</a:t>
            </a:r>
            <a:r>
              <a:rPr lang="en-US" dirty="0" smtClean="0"/>
              <a:t> </a:t>
            </a:r>
            <a:r>
              <a:rPr lang="en-US" dirty="0" err="1" smtClean="0"/>
              <a:t>remota</a:t>
            </a:r>
            <a:r>
              <a:rPr lang="en-US" dirty="0" smtClean="0"/>
              <a:t> de </a:t>
            </a:r>
            <a:r>
              <a:rPr lang="en-US" dirty="0" err="1" smtClean="0"/>
              <a:t>consumo</a:t>
            </a:r>
            <a:r>
              <a:rPr lang="en-US" dirty="0" smtClean="0"/>
              <a:t> de </a:t>
            </a:r>
            <a:r>
              <a:rPr lang="en-US" dirty="0" err="1" smtClean="0"/>
              <a:t>agua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Apertura</a:t>
            </a:r>
            <a:r>
              <a:rPr lang="en-US" dirty="0" smtClean="0"/>
              <a:t> y </a:t>
            </a:r>
            <a:r>
              <a:rPr lang="en-US" dirty="0" err="1"/>
              <a:t>c</a:t>
            </a:r>
            <a:r>
              <a:rPr lang="en-US" dirty="0" err="1" smtClean="0"/>
              <a:t>ierre</a:t>
            </a:r>
            <a:r>
              <a:rPr lang="en-US" dirty="0" smtClean="0"/>
              <a:t> </a:t>
            </a:r>
            <a:r>
              <a:rPr lang="en-US" dirty="0" err="1" smtClean="0"/>
              <a:t>remoto</a:t>
            </a:r>
            <a:r>
              <a:rPr lang="en-US" dirty="0" smtClean="0"/>
              <a:t> de </a:t>
            </a:r>
            <a:r>
              <a:rPr lang="en-US" dirty="0" err="1" smtClean="0"/>
              <a:t>paso</a:t>
            </a:r>
            <a:r>
              <a:rPr lang="en-US" dirty="0" smtClean="0"/>
              <a:t> de </a:t>
            </a:r>
            <a:r>
              <a:rPr lang="en-US" dirty="0" err="1" smtClean="0"/>
              <a:t>agua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Monitoreo</a:t>
            </a:r>
            <a:r>
              <a:rPr lang="en-US" dirty="0" smtClean="0"/>
              <a:t> </a:t>
            </a:r>
            <a:r>
              <a:rPr lang="en-US" dirty="0" err="1" smtClean="0"/>
              <a:t>Centralizado</a:t>
            </a:r>
            <a:endParaRPr lang="en-US" dirty="0" smtClean="0"/>
          </a:p>
          <a:p>
            <a:pPr marL="0" indent="0"/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0" indent="0"/>
            <a:endParaRPr lang="en-US" dirty="0" smtClean="0"/>
          </a:p>
          <a:p>
            <a:pPr marL="0" indent="0"/>
            <a:endParaRPr lang="en-US" dirty="0"/>
          </a:p>
        </p:txBody>
      </p:sp>
      <p:sp>
        <p:nvSpPr>
          <p:cNvPr id="4" name="3 Rectángulo"/>
          <p:cNvSpPr/>
          <p:nvPr/>
        </p:nvSpPr>
        <p:spPr>
          <a:xfrm>
            <a:off x="3419872" y="5349688"/>
            <a:ext cx="5042169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EMPAGUA: automatización de medidores de agua</a:t>
            </a:r>
            <a:endParaRPr lang="es-ES" sz="2800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pic>
        <p:nvPicPr>
          <p:cNvPr id="6" name="Picture 2" descr="FlatboxShortHorizonta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10" y="5159378"/>
            <a:ext cx="1229210" cy="456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560" y="1483952"/>
            <a:ext cx="3646183" cy="25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2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CAPACIDADES DE LA SOLUCIÓN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100628"/>
            <a:ext cx="4680520" cy="3768532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Administración</a:t>
            </a:r>
            <a:r>
              <a:rPr lang="en-US" dirty="0" smtClean="0"/>
              <a:t> </a:t>
            </a:r>
            <a:r>
              <a:rPr lang="en-US" dirty="0" err="1" smtClean="0"/>
              <a:t>remota</a:t>
            </a:r>
            <a:r>
              <a:rPr lang="en-US" dirty="0" smtClean="0"/>
              <a:t> de </a:t>
            </a:r>
            <a:r>
              <a:rPr lang="en-US" dirty="0" err="1" smtClean="0"/>
              <a:t>los</a:t>
            </a:r>
            <a:r>
              <a:rPr lang="en-US" dirty="0" smtClean="0"/>
              <a:t> </a:t>
            </a:r>
            <a:r>
              <a:rPr lang="en-US" dirty="0" err="1" smtClean="0"/>
              <a:t>equipos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Transmisión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smtClean="0"/>
              <a:t>3G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Medición</a:t>
            </a:r>
            <a:r>
              <a:rPr lang="en-US" dirty="0" smtClean="0"/>
              <a:t> y </a:t>
            </a:r>
            <a:r>
              <a:rPr lang="en-US" dirty="0" err="1" smtClean="0"/>
              <a:t>contabilización</a:t>
            </a:r>
            <a:r>
              <a:rPr lang="en-US" dirty="0" smtClean="0"/>
              <a:t> de </a:t>
            </a:r>
            <a:r>
              <a:rPr lang="en-US" dirty="0" err="1" smtClean="0"/>
              <a:t>flujo</a:t>
            </a:r>
            <a:r>
              <a:rPr lang="en-US" dirty="0" smtClean="0"/>
              <a:t> de </a:t>
            </a:r>
            <a:r>
              <a:rPr lang="en-US" dirty="0" err="1" smtClean="0"/>
              <a:t>agua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Apertura</a:t>
            </a:r>
            <a:r>
              <a:rPr lang="en-US" dirty="0" smtClean="0"/>
              <a:t> y </a:t>
            </a:r>
            <a:r>
              <a:rPr lang="en-US" dirty="0" err="1" smtClean="0"/>
              <a:t>cierre</a:t>
            </a:r>
            <a:r>
              <a:rPr lang="en-US" dirty="0" smtClean="0"/>
              <a:t> manual y </a:t>
            </a:r>
            <a:r>
              <a:rPr lang="en-US" dirty="0" err="1" smtClean="0"/>
              <a:t>automático</a:t>
            </a:r>
            <a:r>
              <a:rPr lang="en-US" dirty="0" smtClean="0"/>
              <a:t> de </a:t>
            </a:r>
            <a:r>
              <a:rPr lang="en-US" dirty="0" err="1" smtClean="0"/>
              <a:t>válvulas</a:t>
            </a:r>
            <a:r>
              <a:rPr lang="en-US" dirty="0" smtClean="0"/>
              <a:t> (</a:t>
            </a:r>
            <a:r>
              <a:rPr lang="en-US" dirty="0" err="1" smtClean="0"/>
              <a:t>considerando</a:t>
            </a:r>
            <a:r>
              <a:rPr lang="en-US" dirty="0" smtClean="0"/>
              <a:t> el </a:t>
            </a:r>
            <a:r>
              <a:rPr lang="en-US" dirty="0" err="1" smtClean="0"/>
              <a:t>mínimo</a:t>
            </a:r>
            <a:r>
              <a:rPr lang="en-US" dirty="0" smtClean="0"/>
              <a:t> vital)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Geolocalización</a:t>
            </a:r>
            <a:r>
              <a:rPr lang="en-US" dirty="0" smtClean="0"/>
              <a:t> de </a:t>
            </a:r>
            <a:r>
              <a:rPr lang="en-US" dirty="0" err="1" smtClean="0"/>
              <a:t>los</a:t>
            </a:r>
            <a:r>
              <a:rPr lang="en-US" dirty="0" smtClean="0"/>
              <a:t> </a:t>
            </a:r>
            <a:r>
              <a:rPr lang="en-US" dirty="0" err="1" smtClean="0"/>
              <a:t>equipos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Programación</a:t>
            </a:r>
            <a:r>
              <a:rPr lang="en-US" dirty="0" smtClean="0"/>
              <a:t> de </a:t>
            </a:r>
            <a:r>
              <a:rPr lang="en-US" dirty="0" err="1" smtClean="0"/>
              <a:t>horarios</a:t>
            </a:r>
            <a:r>
              <a:rPr lang="en-US" dirty="0" smtClean="0"/>
              <a:t> para </a:t>
            </a:r>
            <a:r>
              <a:rPr lang="en-US" dirty="0" err="1" smtClean="0"/>
              <a:t>apertura</a:t>
            </a:r>
            <a:r>
              <a:rPr lang="en-US" dirty="0" smtClean="0"/>
              <a:t> y </a:t>
            </a:r>
            <a:r>
              <a:rPr lang="en-US" dirty="0" err="1" smtClean="0"/>
              <a:t>cierre</a:t>
            </a:r>
            <a:r>
              <a:rPr lang="en-US" dirty="0" smtClean="0"/>
              <a:t> </a:t>
            </a:r>
            <a:r>
              <a:rPr lang="en-US" dirty="0" err="1" smtClean="0"/>
              <a:t>automático</a:t>
            </a:r>
            <a:r>
              <a:rPr lang="en-US" dirty="0" smtClean="0"/>
              <a:t> de </a:t>
            </a:r>
            <a:r>
              <a:rPr lang="en-US" dirty="0" err="1" smtClean="0"/>
              <a:t>válvulas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Manejo</a:t>
            </a:r>
            <a:r>
              <a:rPr lang="en-US" dirty="0" smtClean="0"/>
              <a:t> de </a:t>
            </a:r>
            <a:r>
              <a:rPr lang="en-US" dirty="0" err="1" smtClean="0"/>
              <a:t>servicios</a:t>
            </a:r>
            <a:r>
              <a:rPr lang="en-US" dirty="0" smtClean="0"/>
              <a:t> </a:t>
            </a:r>
            <a:r>
              <a:rPr lang="en-US" dirty="0" err="1" smtClean="0"/>
              <a:t>prepago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Administración</a:t>
            </a:r>
            <a:r>
              <a:rPr lang="en-US" dirty="0" smtClean="0"/>
              <a:t> de clusters y </a:t>
            </a:r>
            <a:r>
              <a:rPr lang="en-US" dirty="0" err="1" smtClean="0"/>
              <a:t>categorías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Alertas</a:t>
            </a:r>
            <a:r>
              <a:rPr lang="en-US" dirty="0" smtClean="0"/>
              <a:t> y </a:t>
            </a:r>
            <a:r>
              <a:rPr lang="en-US" dirty="0" err="1" smtClean="0"/>
              <a:t>alarmas</a:t>
            </a:r>
            <a:r>
              <a:rPr lang="en-US" dirty="0" smtClean="0"/>
              <a:t> </a:t>
            </a:r>
            <a:r>
              <a:rPr lang="en-US" dirty="0" err="1" smtClean="0"/>
              <a:t>automáticas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Dashboard de control central de </a:t>
            </a:r>
            <a:r>
              <a:rPr lang="en-US" dirty="0" err="1" smtClean="0"/>
              <a:t>operaciones</a:t>
            </a:r>
            <a:endParaRPr lang="en-US" dirty="0" smtClean="0"/>
          </a:p>
          <a:p>
            <a:pPr marL="0" indent="0"/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0" indent="0"/>
            <a:endParaRPr lang="en-US" dirty="0" smtClean="0"/>
          </a:p>
          <a:p>
            <a:pPr marL="0" indent="0"/>
            <a:endParaRPr lang="en-US" dirty="0"/>
          </a:p>
        </p:txBody>
      </p:sp>
      <p:sp>
        <p:nvSpPr>
          <p:cNvPr id="4" name="3 Rectángulo"/>
          <p:cNvSpPr/>
          <p:nvPr/>
        </p:nvSpPr>
        <p:spPr>
          <a:xfrm>
            <a:off x="3419872" y="5349688"/>
            <a:ext cx="5042169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automatización de medidores de agua</a:t>
            </a:r>
            <a:endParaRPr lang="es-ES" sz="2800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pic>
        <p:nvPicPr>
          <p:cNvPr id="6" name="Picture 2" descr="FlatboxShortHorizonta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10" y="5159378"/>
            <a:ext cx="1229210" cy="456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82" y="1485916"/>
            <a:ext cx="3425957" cy="256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166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11560" y="365760"/>
            <a:ext cx="7992888" cy="548640"/>
          </a:xfrm>
        </p:spPr>
        <p:txBody>
          <a:bodyPr/>
          <a:lstStyle/>
          <a:p>
            <a:pPr algn="ctr"/>
            <a:r>
              <a:rPr lang="en-US" dirty="0" smtClean="0"/>
              <a:t>ESPECIFICACIONES TÉCNICAS DEL EQUIPO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242522"/>
            <a:ext cx="4680520" cy="348262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Sensor </a:t>
            </a:r>
            <a:r>
              <a:rPr lang="en-US" dirty="0" err="1" smtClean="0"/>
              <a:t>medidor</a:t>
            </a:r>
            <a:r>
              <a:rPr lang="en-US" dirty="0" smtClean="0"/>
              <a:t> de </a:t>
            </a:r>
            <a:r>
              <a:rPr lang="en-US" dirty="0" err="1" smtClean="0"/>
              <a:t>flujos</a:t>
            </a:r>
            <a:r>
              <a:rPr lang="en-US" dirty="0" smtClean="0"/>
              <a:t> de </a:t>
            </a:r>
            <a:r>
              <a:rPr lang="en-US" dirty="0" err="1" smtClean="0"/>
              <a:t>agua</a:t>
            </a:r>
            <a:r>
              <a:rPr lang="en-US" dirty="0" smtClean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Unidad</a:t>
            </a:r>
            <a:r>
              <a:rPr lang="en-US" dirty="0" smtClean="0"/>
              <a:t> de </a:t>
            </a:r>
            <a:r>
              <a:rPr lang="en-US" dirty="0" err="1" smtClean="0"/>
              <a:t>transmisión</a:t>
            </a:r>
            <a:r>
              <a:rPr lang="en-US" dirty="0" smtClean="0"/>
              <a:t> con SIM para 3G…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Válvula</a:t>
            </a:r>
            <a:r>
              <a:rPr lang="en-US" dirty="0" smtClean="0"/>
              <a:t> con </a:t>
            </a:r>
            <a:r>
              <a:rPr lang="en-US" dirty="0" err="1" smtClean="0"/>
              <a:t>selenoide</a:t>
            </a:r>
            <a:r>
              <a:rPr lang="en-US" dirty="0" smtClean="0"/>
              <a:t> para </a:t>
            </a:r>
            <a:r>
              <a:rPr lang="en-US" dirty="0" err="1" smtClean="0"/>
              <a:t>apertura</a:t>
            </a:r>
            <a:r>
              <a:rPr lang="en-US" dirty="0" smtClean="0"/>
              <a:t> y </a:t>
            </a:r>
            <a:r>
              <a:rPr lang="en-US" dirty="0" err="1" smtClean="0"/>
              <a:t>cierre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Procesador</a:t>
            </a:r>
            <a:r>
              <a:rPr lang="en-US" dirty="0" smtClean="0"/>
              <a:t> central ARM4 de…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Memoria</a:t>
            </a:r>
            <a:r>
              <a:rPr lang="en-US" dirty="0" smtClean="0"/>
              <a:t>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Batería</a:t>
            </a:r>
            <a:r>
              <a:rPr lang="en-US" dirty="0" smtClean="0"/>
              <a:t> </a:t>
            </a:r>
            <a:r>
              <a:rPr lang="en-US" dirty="0" err="1" smtClean="0"/>
              <a:t>tipo</a:t>
            </a:r>
            <a:r>
              <a:rPr lang="en-US" dirty="0" smtClean="0"/>
              <a:t> … de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Case </a:t>
            </a:r>
            <a:r>
              <a:rPr lang="en-US" dirty="0" err="1" smtClean="0"/>
              <a:t>tipo</a:t>
            </a:r>
            <a:r>
              <a:rPr lang="en-US" dirty="0" smtClean="0"/>
              <a:t> … de … </a:t>
            </a:r>
            <a:r>
              <a:rPr lang="en-US" dirty="0" err="1" smtClean="0"/>
              <a:t>Certificado</a:t>
            </a:r>
            <a:r>
              <a:rPr lang="en-US" dirty="0" smtClean="0"/>
              <a:t> IP…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Tubería</a:t>
            </a:r>
            <a:r>
              <a:rPr lang="en-US" dirty="0" smtClean="0"/>
              <a:t> de entrada y </a:t>
            </a:r>
            <a:r>
              <a:rPr lang="en-US" dirty="0" err="1" smtClean="0"/>
              <a:t>salida</a:t>
            </a:r>
            <a:r>
              <a:rPr lang="en-US" dirty="0" smtClean="0"/>
              <a:t> de ¾” (</a:t>
            </a:r>
            <a:r>
              <a:rPr lang="en-US" dirty="0" err="1" smtClean="0"/>
              <a:t>opciones</a:t>
            </a:r>
            <a:r>
              <a:rPr lang="en-US" dirty="0" smtClean="0"/>
              <a:t> ½” y 1”)</a:t>
            </a:r>
          </a:p>
          <a:p>
            <a:pPr marL="0" indent="0"/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0" indent="0"/>
            <a:endParaRPr lang="en-US" dirty="0" smtClean="0"/>
          </a:p>
          <a:p>
            <a:pPr marL="0" indent="0"/>
            <a:endParaRPr lang="en-US" dirty="0"/>
          </a:p>
        </p:txBody>
      </p:sp>
      <p:sp>
        <p:nvSpPr>
          <p:cNvPr id="4" name="3 Rectángulo"/>
          <p:cNvSpPr/>
          <p:nvPr/>
        </p:nvSpPr>
        <p:spPr>
          <a:xfrm>
            <a:off x="3419872" y="5349688"/>
            <a:ext cx="5042169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 automatización de medidores de agua</a:t>
            </a:r>
            <a:endParaRPr lang="es-ES" sz="2800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pic>
        <p:nvPicPr>
          <p:cNvPr id="6" name="Picture 2" descr="FlatboxShortHorizonta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10" y="5159378"/>
            <a:ext cx="1229210" cy="456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756" y="1485916"/>
            <a:ext cx="3617979" cy="271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39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DASHBOARD DE MONITOREO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76230" y="990266"/>
            <a:ext cx="4896544" cy="3768532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Consumo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sectores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Picos</a:t>
            </a:r>
            <a:r>
              <a:rPr lang="en-US" dirty="0" smtClean="0"/>
              <a:t> de </a:t>
            </a:r>
            <a:r>
              <a:rPr lang="en-US" dirty="0" err="1" smtClean="0"/>
              <a:t>consumo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hora, </a:t>
            </a:r>
            <a:r>
              <a:rPr lang="en-US" dirty="0" err="1" smtClean="0"/>
              <a:t>día</a:t>
            </a:r>
            <a:r>
              <a:rPr lang="en-US" dirty="0" smtClean="0"/>
              <a:t>, </a:t>
            </a:r>
            <a:r>
              <a:rPr lang="en-US" dirty="0" err="1" smtClean="0"/>
              <a:t>semana</a:t>
            </a:r>
            <a:r>
              <a:rPr lang="en-US" dirty="0" smtClean="0"/>
              <a:t>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Perfil</a:t>
            </a:r>
            <a:r>
              <a:rPr lang="en-US" dirty="0" smtClean="0"/>
              <a:t> de </a:t>
            </a:r>
            <a:r>
              <a:rPr lang="en-US" dirty="0" err="1" smtClean="0"/>
              <a:t>cliente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forma </a:t>
            </a:r>
            <a:r>
              <a:rPr lang="en-US" dirty="0" err="1" smtClean="0"/>
              <a:t>dinámica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Mapas</a:t>
            </a:r>
            <a:r>
              <a:rPr lang="en-US" dirty="0" smtClean="0"/>
              <a:t> de </a:t>
            </a:r>
            <a:r>
              <a:rPr lang="en-US" dirty="0" err="1" smtClean="0"/>
              <a:t>Geolocalización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Detección</a:t>
            </a:r>
            <a:r>
              <a:rPr lang="en-US" dirty="0" smtClean="0"/>
              <a:t> </a:t>
            </a:r>
            <a:r>
              <a:rPr lang="en-US" dirty="0" err="1" smtClean="0"/>
              <a:t>proactiva</a:t>
            </a:r>
            <a:r>
              <a:rPr lang="en-US" dirty="0" smtClean="0"/>
              <a:t> de </a:t>
            </a:r>
            <a:r>
              <a:rPr lang="en-US" dirty="0" err="1" smtClean="0"/>
              <a:t>fugas</a:t>
            </a:r>
            <a:r>
              <a:rPr lang="en-US" dirty="0" smtClean="0"/>
              <a:t> o </a:t>
            </a:r>
            <a:r>
              <a:rPr lang="en-US" dirty="0" err="1" smtClean="0"/>
              <a:t>malusos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Cortes </a:t>
            </a:r>
            <a:r>
              <a:rPr lang="en-US" dirty="0" err="1" smtClean="0"/>
              <a:t>remotos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fugas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Programación</a:t>
            </a:r>
            <a:r>
              <a:rPr lang="en-US" dirty="0" smtClean="0"/>
              <a:t> de </a:t>
            </a:r>
            <a:r>
              <a:rPr lang="en-US" dirty="0" err="1" smtClean="0"/>
              <a:t>horarios</a:t>
            </a:r>
            <a:r>
              <a:rPr lang="en-US" dirty="0" smtClean="0"/>
              <a:t> para </a:t>
            </a:r>
            <a:r>
              <a:rPr lang="en-US" dirty="0" err="1" smtClean="0"/>
              <a:t>apertura</a:t>
            </a:r>
            <a:r>
              <a:rPr lang="en-US" dirty="0" smtClean="0"/>
              <a:t> y </a:t>
            </a:r>
            <a:r>
              <a:rPr lang="en-US" dirty="0" err="1" smtClean="0"/>
              <a:t>cierre</a:t>
            </a:r>
            <a:r>
              <a:rPr lang="en-US" dirty="0" smtClean="0"/>
              <a:t> </a:t>
            </a:r>
            <a:r>
              <a:rPr lang="en-US" dirty="0" err="1" smtClean="0"/>
              <a:t>automático</a:t>
            </a:r>
            <a:r>
              <a:rPr lang="en-US" dirty="0" smtClean="0"/>
              <a:t> de </a:t>
            </a:r>
            <a:r>
              <a:rPr lang="en-US" dirty="0" err="1" smtClean="0"/>
              <a:t>válvulas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Manejo</a:t>
            </a:r>
            <a:r>
              <a:rPr lang="en-US" dirty="0" smtClean="0"/>
              <a:t> de </a:t>
            </a:r>
            <a:r>
              <a:rPr lang="en-US" dirty="0" err="1" smtClean="0"/>
              <a:t>servicios</a:t>
            </a:r>
            <a:r>
              <a:rPr lang="en-US" dirty="0" smtClean="0"/>
              <a:t> </a:t>
            </a:r>
            <a:r>
              <a:rPr lang="en-US" dirty="0" err="1" smtClean="0"/>
              <a:t>prepago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Proyecciones</a:t>
            </a:r>
            <a:r>
              <a:rPr lang="en-US" dirty="0" smtClean="0"/>
              <a:t> de </a:t>
            </a:r>
            <a:r>
              <a:rPr lang="en-US" dirty="0" err="1" smtClean="0"/>
              <a:t>demanda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Patrones</a:t>
            </a:r>
            <a:r>
              <a:rPr lang="en-US" dirty="0" smtClean="0"/>
              <a:t> de </a:t>
            </a:r>
            <a:r>
              <a:rPr lang="en-US" dirty="0" err="1" smtClean="0"/>
              <a:t>consumo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Alertas</a:t>
            </a:r>
            <a:r>
              <a:rPr lang="en-US" dirty="0" smtClean="0"/>
              <a:t> y </a:t>
            </a:r>
            <a:r>
              <a:rPr lang="en-US" dirty="0" err="1" smtClean="0"/>
              <a:t>alarmas</a:t>
            </a:r>
            <a:r>
              <a:rPr lang="en-US" dirty="0" smtClean="0"/>
              <a:t> </a:t>
            </a:r>
            <a:r>
              <a:rPr lang="en-US" dirty="0" err="1" smtClean="0"/>
              <a:t>automáticas</a:t>
            </a: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0" indent="0"/>
            <a:endParaRPr lang="en-US" dirty="0" smtClean="0"/>
          </a:p>
          <a:p>
            <a:pPr marL="0" indent="0"/>
            <a:endParaRPr lang="en-US" dirty="0"/>
          </a:p>
        </p:txBody>
      </p:sp>
      <p:sp>
        <p:nvSpPr>
          <p:cNvPr id="4" name="3 Rectángulo"/>
          <p:cNvSpPr/>
          <p:nvPr/>
        </p:nvSpPr>
        <p:spPr>
          <a:xfrm>
            <a:off x="3419872" y="5349688"/>
            <a:ext cx="5042169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automatización de medidores de agua</a:t>
            </a:r>
            <a:endParaRPr lang="es-ES" sz="2800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pic>
        <p:nvPicPr>
          <p:cNvPr id="6" name="Picture 2" descr="FlatboxShortHorizonta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10" y="5159378"/>
            <a:ext cx="1229210" cy="456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184" y="1359800"/>
            <a:ext cx="3623029" cy="271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37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6 Diagrama"/>
          <p:cNvGraphicFramePr/>
          <p:nvPr>
            <p:extLst>
              <p:ext uri="{D42A27DB-BD31-4B8C-83A1-F6EECF244321}">
                <p14:modId xmlns:p14="http://schemas.microsoft.com/office/powerpoint/2010/main" val="1157012111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3 Título"/>
          <p:cNvSpPr>
            <a:spLocks noGrp="1"/>
          </p:cNvSpPr>
          <p:nvPr>
            <p:ph type="title" idx="4294967295"/>
          </p:nvPr>
        </p:nvSpPr>
        <p:spPr>
          <a:xfrm rot="16200000">
            <a:off x="-2995611" y="2995614"/>
            <a:ext cx="6858000" cy="866775"/>
          </a:xfrm>
          <a:solidFill>
            <a:schemeClr val="accent2">
              <a:hueOff val="0"/>
              <a:satOff val="0"/>
              <a:lumOff val="0"/>
            </a:schemeClr>
          </a:solidFill>
          <a:ln w="63500">
            <a:solidFill>
              <a:schemeClr val="bg1"/>
            </a:solidFill>
          </a:ln>
        </p:spPr>
        <p:txBody>
          <a:bodyPr anchor="ctr" anchorCtr="1"/>
          <a:lstStyle/>
          <a:p>
            <a:r>
              <a:rPr lang="en-US" dirty="0" smtClean="0">
                <a:solidFill>
                  <a:schemeClr val="bg1"/>
                </a:solidFill>
              </a:rPr>
              <a:t>MODELO 3D DEL EQUIPO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29" y="62512"/>
            <a:ext cx="3961803" cy="3006448"/>
          </a:xfrm>
          <a:prstGeom prst="rect">
            <a:avLst/>
          </a:prstGeom>
        </p:spPr>
      </p:pic>
      <p:pic>
        <p:nvPicPr>
          <p:cNvPr id="3" name="2 Imagen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606" y="66988"/>
            <a:ext cx="4002629" cy="3001972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60" y="3566194"/>
            <a:ext cx="3940372" cy="2767836"/>
          </a:xfrm>
          <a:prstGeom prst="rect">
            <a:avLst/>
          </a:prstGeom>
        </p:spPr>
      </p:pic>
      <p:pic>
        <p:nvPicPr>
          <p:cNvPr id="8" name="7 Imagen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32" y="3514582"/>
            <a:ext cx="3744416" cy="2808312"/>
          </a:xfrm>
          <a:prstGeom prst="rect">
            <a:avLst/>
          </a:prstGeom>
        </p:spPr>
      </p:pic>
      <p:pic>
        <p:nvPicPr>
          <p:cNvPr id="6" name="5 Imagen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443" y="2396873"/>
            <a:ext cx="2867025" cy="175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8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39552" y="1052736"/>
            <a:ext cx="3495194" cy="3672408"/>
          </a:xfrm>
          <a:solidFill>
            <a:schemeClr val="tx2">
              <a:lumMod val="25000"/>
              <a:lumOff val="75000"/>
            </a:schemeClr>
          </a:solidFill>
        </p:spPr>
        <p:txBody>
          <a:bodyPr>
            <a:normAutofit fontScale="25000" lnSpcReduction="20000"/>
          </a:bodyPr>
          <a:lstStyle/>
          <a:p>
            <a:pPr marL="0" indent="0" algn="ctr"/>
            <a:r>
              <a:rPr lang="en-US" sz="7200" dirty="0" smtClean="0"/>
              <a:t>GENERALES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600" dirty="0" smtClean="0"/>
              <a:t>Proyecto </a:t>
            </a:r>
            <a:r>
              <a:rPr lang="en-US" sz="5600" dirty="0" err="1" smtClean="0"/>
              <a:t>piloto</a:t>
            </a:r>
            <a:r>
              <a:rPr lang="en-US" sz="5600" dirty="0" smtClean="0"/>
              <a:t> </a:t>
            </a:r>
            <a:r>
              <a:rPr lang="en-US" sz="5600" dirty="0" err="1" smtClean="0"/>
              <a:t>estimado</a:t>
            </a:r>
            <a:r>
              <a:rPr lang="en-US" sz="5600" dirty="0" smtClean="0"/>
              <a:t> de 2,000 </a:t>
            </a:r>
            <a:r>
              <a:rPr lang="en-US" sz="5600" dirty="0" err="1" smtClean="0"/>
              <a:t>unidades</a:t>
            </a:r>
            <a:endParaRPr lang="en-US" sz="5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600" dirty="0" err="1" smtClean="0"/>
              <a:t>Tiempo</a:t>
            </a:r>
            <a:r>
              <a:rPr lang="en-US" sz="5600" dirty="0" smtClean="0"/>
              <a:t> de </a:t>
            </a:r>
            <a:r>
              <a:rPr lang="en-US" sz="5600" dirty="0" err="1" smtClean="0"/>
              <a:t>producción</a:t>
            </a:r>
            <a:r>
              <a:rPr lang="en-US" sz="5600" dirty="0" smtClean="0"/>
              <a:t> </a:t>
            </a:r>
            <a:r>
              <a:rPr lang="en-US" sz="5600" dirty="0" err="1" smtClean="0"/>
              <a:t>estimado</a:t>
            </a:r>
            <a:r>
              <a:rPr lang="en-US" sz="5600" dirty="0" smtClean="0"/>
              <a:t> de 3 a 4 </a:t>
            </a:r>
            <a:r>
              <a:rPr lang="en-US" sz="5600" dirty="0" err="1" smtClean="0"/>
              <a:t>meses</a:t>
            </a:r>
            <a:endParaRPr lang="en-US" sz="5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600" dirty="0" err="1" smtClean="0"/>
              <a:t>Mantenimiento</a:t>
            </a:r>
            <a:r>
              <a:rPr lang="en-US" sz="5600" dirty="0" smtClean="0"/>
              <a:t> de </a:t>
            </a:r>
            <a:r>
              <a:rPr lang="en-US" sz="5600" dirty="0" err="1" smtClean="0"/>
              <a:t>plataforma</a:t>
            </a:r>
            <a:r>
              <a:rPr lang="en-US" sz="5600" dirty="0" smtClean="0"/>
              <a:t> </a:t>
            </a:r>
            <a:r>
              <a:rPr lang="en-US" sz="5600" dirty="0" err="1" smtClean="0"/>
              <a:t>estimado</a:t>
            </a:r>
            <a:r>
              <a:rPr lang="en-US" sz="5600" dirty="0" smtClean="0"/>
              <a:t> </a:t>
            </a:r>
            <a:r>
              <a:rPr lang="en-US" sz="5600" dirty="0" err="1" smtClean="0"/>
              <a:t>en</a:t>
            </a:r>
            <a:r>
              <a:rPr lang="en-US" sz="5600" dirty="0" smtClean="0"/>
              <a:t> US$48,000 </a:t>
            </a:r>
            <a:r>
              <a:rPr lang="en-US" sz="5600" dirty="0" err="1" smtClean="0"/>
              <a:t>anuales</a:t>
            </a:r>
            <a:endParaRPr lang="en-US" sz="5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600" dirty="0" err="1" smtClean="0"/>
              <a:t>Rangos</a:t>
            </a:r>
            <a:r>
              <a:rPr lang="en-US" sz="5600" dirty="0" smtClean="0"/>
              <a:t> de </a:t>
            </a:r>
            <a:r>
              <a:rPr lang="en-US" sz="5600" dirty="0" err="1" smtClean="0"/>
              <a:t>precios</a:t>
            </a:r>
            <a:r>
              <a:rPr lang="en-US" sz="5600" dirty="0" smtClean="0"/>
              <a:t> </a:t>
            </a:r>
            <a:r>
              <a:rPr lang="en-US" sz="5600" dirty="0" err="1" smtClean="0"/>
              <a:t>según</a:t>
            </a:r>
            <a:r>
              <a:rPr lang="en-US" sz="5600" dirty="0" smtClean="0"/>
              <a:t> </a:t>
            </a:r>
            <a:r>
              <a:rPr lang="en-US" sz="5600" dirty="0" err="1" smtClean="0"/>
              <a:t>tipo</a:t>
            </a:r>
            <a:r>
              <a:rPr lang="en-US" sz="5600" dirty="0" smtClean="0"/>
              <a:t> (horizontal o vertical), </a:t>
            </a:r>
            <a:r>
              <a:rPr lang="en-US" sz="5600" dirty="0" err="1" smtClean="0"/>
              <a:t>según</a:t>
            </a:r>
            <a:r>
              <a:rPr lang="en-US" sz="5600" dirty="0" smtClean="0"/>
              <a:t> </a:t>
            </a:r>
            <a:r>
              <a:rPr lang="en-US" sz="5600" dirty="0" err="1" smtClean="0"/>
              <a:t>calidad</a:t>
            </a:r>
            <a:r>
              <a:rPr lang="en-US" sz="5600" dirty="0" smtClean="0"/>
              <a:t> (china o </a:t>
            </a:r>
            <a:r>
              <a:rPr lang="en-US" sz="5600" dirty="0" err="1" smtClean="0"/>
              <a:t>europea</a:t>
            </a:r>
            <a:r>
              <a:rPr lang="en-US" sz="5600" dirty="0" smtClean="0"/>
              <a:t>) y </a:t>
            </a:r>
            <a:r>
              <a:rPr lang="en-US" sz="5600" dirty="0" err="1" smtClean="0"/>
              <a:t>según</a:t>
            </a:r>
            <a:r>
              <a:rPr lang="en-US" sz="5600" dirty="0" smtClean="0"/>
              <a:t> </a:t>
            </a:r>
            <a:r>
              <a:rPr lang="en-US" sz="5600" dirty="0" err="1" smtClean="0"/>
              <a:t>volumen</a:t>
            </a:r>
            <a:r>
              <a:rPr lang="en-US" sz="5600" dirty="0" smtClean="0"/>
              <a:t> (</a:t>
            </a:r>
            <a:r>
              <a:rPr lang="en-US" sz="5600" dirty="0" err="1" smtClean="0"/>
              <a:t>tamaño</a:t>
            </a:r>
            <a:r>
              <a:rPr lang="en-US" sz="5600" dirty="0" smtClean="0"/>
              <a:t> del </a:t>
            </a:r>
            <a:r>
              <a:rPr lang="en-US" sz="5600" dirty="0" err="1" smtClean="0"/>
              <a:t>piloto</a:t>
            </a:r>
            <a:r>
              <a:rPr lang="en-US" sz="56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5600" dirty="0" err="1" smtClean="0"/>
              <a:t>Instalación</a:t>
            </a:r>
            <a:r>
              <a:rPr lang="en-US" sz="5600" dirty="0" smtClean="0"/>
              <a:t> y </a:t>
            </a:r>
            <a:r>
              <a:rPr lang="en-US" sz="5600" dirty="0" err="1" smtClean="0"/>
              <a:t>mantenimiento</a:t>
            </a:r>
            <a:r>
              <a:rPr lang="en-US" sz="5600" dirty="0" smtClean="0"/>
              <a:t> a cargo </a:t>
            </a:r>
            <a:r>
              <a:rPr lang="en-US" sz="5600" dirty="0" smtClean="0"/>
              <a:t>de </a:t>
            </a:r>
            <a:r>
              <a:rPr lang="en-US" sz="5600" dirty="0" err="1" smtClean="0"/>
              <a:t>Empresa</a:t>
            </a:r>
            <a:r>
              <a:rPr lang="en-US" sz="5600" dirty="0" smtClean="0"/>
              <a:t> de </a:t>
            </a:r>
            <a:r>
              <a:rPr lang="en-US" sz="5600" dirty="0" err="1" smtClean="0"/>
              <a:t>agua</a:t>
            </a:r>
            <a:endParaRPr lang="en-US" sz="23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0" indent="0"/>
            <a:endParaRPr lang="en-US" dirty="0" smtClean="0"/>
          </a:p>
          <a:p>
            <a:pPr marL="0" indent="0"/>
            <a:endParaRPr lang="en-US" dirty="0"/>
          </a:p>
        </p:txBody>
      </p:sp>
      <p:sp>
        <p:nvSpPr>
          <p:cNvPr id="7" name="6 Marcador de contenido"/>
          <p:cNvSpPr>
            <a:spLocks noGrp="1"/>
          </p:cNvSpPr>
          <p:nvPr>
            <p:ph sz="half" idx="2"/>
          </p:nvPr>
        </p:nvSpPr>
        <p:spPr>
          <a:xfrm>
            <a:off x="4763080" y="1115800"/>
            <a:ext cx="3328368" cy="3600400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25000" lnSpcReduction="20000"/>
          </a:bodyPr>
          <a:lstStyle/>
          <a:p>
            <a:pPr marL="0" indent="0" algn="ctr"/>
            <a:r>
              <a:rPr lang="en-US" sz="7200" dirty="0" smtClean="0"/>
              <a:t>ESCENARIOS</a:t>
            </a:r>
          </a:p>
          <a:p>
            <a:pPr marL="0" indent="0"/>
            <a:endParaRPr lang="en-US" dirty="0" smtClean="0"/>
          </a:p>
          <a:p>
            <a:pPr marL="0" indent="0"/>
            <a:r>
              <a:rPr lang="en-US" dirty="0" smtClean="0"/>
              <a:t>          </a:t>
            </a:r>
            <a:r>
              <a:rPr lang="en-US" sz="6400" u="sng" dirty="0" smtClean="0"/>
              <a:t>VENTA</a:t>
            </a:r>
            <a:r>
              <a:rPr lang="en-US" sz="6400" dirty="0" smtClean="0"/>
              <a:t>:</a:t>
            </a:r>
            <a:endParaRPr lang="en-US" sz="5600" dirty="0" smtClean="0"/>
          </a:p>
          <a:p>
            <a:pPr marL="0" indent="0" algn="ctr"/>
            <a:endParaRPr lang="en-US" sz="2000" dirty="0" smtClean="0"/>
          </a:p>
          <a:p>
            <a:pPr marL="0" indent="0" algn="ctr">
              <a:lnSpc>
                <a:spcPct val="120000"/>
              </a:lnSpc>
              <a:spcBef>
                <a:spcPts val="1200"/>
              </a:spcBef>
            </a:pPr>
            <a:r>
              <a:rPr lang="en-US" sz="6400" dirty="0" smtClean="0"/>
              <a:t>- </a:t>
            </a:r>
            <a:r>
              <a:rPr lang="en-US" sz="6400" dirty="0" err="1" smtClean="0"/>
              <a:t>Precios</a:t>
            </a:r>
            <a:r>
              <a:rPr lang="en-US" sz="6400" dirty="0" smtClean="0"/>
              <a:t> entre US$150.00 y US$250.00 </a:t>
            </a:r>
            <a:r>
              <a:rPr lang="en-US" sz="6400" dirty="0" err="1" smtClean="0"/>
              <a:t>por</a:t>
            </a:r>
            <a:r>
              <a:rPr lang="en-US" sz="6400" dirty="0" smtClean="0"/>
              <a:t> </a:t>
            </a:r>
            <a:r>
              <a:rPr lang="en-US" sz="6400" dirty="0" err="1" smtClean="0"/>
              <a:t>unidad</a:t>
            </a:r>
            <a:endParaRPr lang="en-US" sz="6400" dirty="0" smtClean="0"/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         </a:t>
            </a:r>
            <a:r>
              <a:rPr lang="en-US" sz="4000" dirty="0"/>
              <a:t> </a:t>
            </a:r>
            <a:r>
              <a:rPr lang="en-US" sz="6400" u="sng" dirty="0" smtClean="0"/>
              <a:t>RENTA</a:t>
            </a:r>
            <a:r>
              <a:rPr lang="en-US" sz="6400" dirty="0" smtClean="0"/>
              <a:t>:</a:t>
            </a:r>
            <a:endParaRPr lang="en-US" sz="6400" dirty="0"/>
          </a:p>
          <a:p>
            <a:pPr marL="0" indent="0" algn="ctr"/>
            <a:endParaRPr lang="en-US" sz="2400" dirty="0"/>
          </a:p>
          <a:p>
            <a:pPr marL="0" indent="0" algn="ctr">
              <a:lnSpc>
                <a:spcPct val="120000"/>
              </a:lnSpc>
              <a:spcBef>
                <a:spcPts val="1200"/>
              </a:spcBef>
            </a:pPr>
            <a:r>
              <a:rPr lang="en-US" sz="5600" dirty="0" smtClean="0"/>
              <a:t> </a:t>
            </a:r>
            <a:r>
              <a:rPr lang="en-US" sz="6400" dirty="0" smtClean="0"/>
              <a:t>- </a:t>
            </a:r>
            <a:r>
              <a:rPr lang="en-US" sz="6400" dirty="0" err="1" smtClean="0"/>
              <a:t>Precios</a:t>
            </a:r>
            <a:r>
              <a:rPr lang="en-US" sz="6400" dirty="0" smtClean="0"/>
              <a:t> </a:t>
            </a:r>
            <a:r>
              <a:rPr lang="en-US" sz="6400" dirty="0"/>
              <a:t>entre </a:t>
            </a:r>
            <a:r>
              <a:rPr lang="en-US" sz="6400" dirty="0" smtClean="0"/>
              <a:t>$6.50 a $10.00 </a:t>
            </a:r>
            <a:r>
              <a:rPr lang="en-US" sz="6400" dirty="0" err="1" smtClean="0"/>
              <a:t>mensuales</a:t>
            </a:r>
            <a:r>
              <a:rPr lang="en-US" sz="6400" dirty="0" smtClean="0"/>
              <a:t> </a:t>
            </a:r>
            <a:r>
              <a:rPr lang="en-US" sz="6400" dirty="0" err="1" smtClean="0"/>
              <a:t>por</a:t>
            </a:r>
            <a:r>
              <a:rPr lang="en-US" sz="6400" dirty="0" smtClean="0"/>
              <a:t> </a:t>
            </a:r>
            <a:r>
              <a:rPr lang="en-US" sz="6400" dirty="0" err="1" smtClean="0"/>
              <a:t>unidad</a:t>
            </a:r>
            <a:endParaRPr lang="en-US" sz="6400" dirty="0" smtClean="0"/>
          </a:p>
          <a:p>
            <a:pPr marL="0" indent="0" algn="ctr">
              <a:lnSpc>
                <a:spcPct val="120000"/>
              </a:lnSpc>
              <a:spcBef>
                <a:spcPts val="1200"/>
              </a:spcBef>
            </a:pPr>
            <a:r>
              <a:rPr lang="en-US" sz="6400" dirty="0" smtClean="0"/>
              <a:t>- Plan </a:t>
            </a:r>
            <a:r>
              <a:rPr lang="en-US" sz="6400" dirty="0" err="1" smtClean="0"/>
              <a:t>mínimo</a:t>
            </a:r>
            <a:r>
              <a:rPr lang="en-US" sz="6400" dirty="0" smtClean="0"/>
              <a:t> de 3 </a:t>
            </a:r>
            <a:r>
              <a:rPr lang="en-US" sz="6400" dirty="0" err="1" smtClean="0"/>
              <a:t>años</a:t>
            </a:r>
            <a:endParaRPr lang="en-US" sz="6400" dirty="0"/>
          </a:p>
          <a:p>
            <a:endParaRPr lang="es-GT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MODELO DE NEGOCIO Y OPCIONES</a:t>
            </a:r>
            <a:endParaRPr lang="en-US" dirty="0"/>
          </a:p>
        </p:txBody>
      </p:sp>
      <p:sp>
        <p:nvSpPr>
          <p:cNvPr id="4" name="3 Rectángulo"/>
          <p:cNvSpPr/>
          <p:nvPr/>
        </p:nvSpPr>
        <p:spPr>
          <a:xfrm>
            <a:off x="3419872" y="5349688"/>
            <a:ext cx="5042169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automatización de medidores de agua</a:t>
            </a:r>
            <a:endParaRPr lang="es-ES" sz="2800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pic>
        <p:nvPicPr>
          <p:cNvPr id="6" name="Picture 2" descr="FlatboxShortHorizonta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10" y="5159378"/>
            <a:ext cx="1229210" cy="456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912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ANÁLISIS DE IMPACTO MENSUAL</a:t>
            </a:r>
            <a:endParaRPr lang="en-US" dirty="0"/>
          </a:p>
        </p:txBody>
      </p:sp>
      <p:sp>
        <p:nvSpPr>
          <p:cNvPr id="4" name="3 Rectángulo"/>
          <p:cNvSpPr/>
          <p:nvPr/>
        </p:nvSpPr>
        <p:spPr>
          <a:xfrm>
            <a:off x="3419872" y="5349688"/>
            <a:ext cx="5042169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automatización de medidores de agua</a:t>
            </a:r>
            <a:endParaRPr lang="es-ES" sz="2800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pic>
        <p:nvPicPr>
          <p:cNvPr id="6" name="Picture 2" descr="FlatboxShortHorizonta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10" y="5159378"/>
            <a:ext cx="1229210" cy="456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454" y="1473718"/>
            <a:ext cx="4511152" cy="1034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1068277"/>
            <a:ext cx="3168351" cy="1883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08" y="3147061"/>
            <a:ext cx="3150121" cy="1641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094" y="3147061"/>
            <a:ext cx="3581561" cy="1641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290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Marcador de contenido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5" y="1096962"/>
            <a:ext cx="6768752" cy="3916213"/>
          </a:xfrm>
        </p:spPr>
      </p:pic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System design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43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Marcador de contenido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02" y="1268760"/>
            <a:ext cx="4222998" cy="2797050"/>
          </a:xfrm>
        </p:spPr>
      </p:pic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Prototype pictures</a:t>
            </a:r>
            <a:endParaRPr lang="en-US" dirty="0"/>
          </a:p>
        </p:txBody>
      </p:sp>
      <p:pic>
        <p:nvPicPr>
          <p:cNvPr id="8" name="7 Marcador de contenido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587" y="1268761"/>
            <a:ext cx="4143893" cy="2744656"/>
          </a:xfrm>
        </p:spPr>
      </p:pic>
    </p:spTree>
    <p:extLst>
      <p:ext uri="{BB962C8B-B14F-4D97-AF65-F5344CB8AC3E}">
        <p14:creationId xmlns:p14="http://schemas.microsoft.com/office/powerpoint/2010/main" val="249224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Marcador de contenido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33" y="1412777"/>
            <a:ext cx="4279444" cy="3024335"/>
          </a:xfrm>
        </p:spPr>
      </p:pic>
      <p:pic>
        <p:nvPicPr>
          <p:cNvPr id="6" name="5 Marcador de contenido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1124744"/>
            <a:ext cx="2626864" cy="3713162"/>
          </a:xfrm>
        </p:spPr>
      </p:pic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GSM, Valve Driver and flow sensor embedded microcontroller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603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ngulos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Personalizado 1">
      <a:majorFont>
        <a:latin typeface="Hel"/>
        <a:ea typeface=""/>
        <a:cs typeface=""/>
      </a:majorFont>
      <a:minorFont>
        <a:latin typeface="Hel"/>
        <a:ea typeface=""/>
        <a:cs typeface=""/>
      </a:minorFont>
    </a:fontScheme>
    <a:fmtScheme name="Ángulo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14067</TotalTime>
  <Words>422</Words>
  <Application>Microsoft Office PowerPoint</Application>
  <PresentationFormat>Presentación en pantalla (4:3)</PresentationFormat>
  <Paragraphs>108</Paragraphs>
  <Slides>12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Ángulos</vt:lpstr>
      <vt:lpstr> waterbox  Agua bajo demanda para economías emergentes</vt:lpstr>
      <vt:lpstr>Presentación de PowerPoint</vt:lpstr>
      <vt:lpstr>OBJETIVOS PRINCIPALES</vt:lpstr>
      <vt:lpstr>CAPACIDADES DE LA SOLUCIÓN</vt:lpstr>
      <vt:lpstr>ESPECIFICACIONES TÉCNICAS DEL EQUIPO</vt:lpstr>
      <vt:lpstr>DASHBOARD DE MONITOREO</vt:lpstr>
      <vt:lpstr>MODELO 3D DEL EQUIPO</vt:lpstr>
      <vt:lpstr>MODELO DE NEGOCIO Y OPCIONES</vt:lpstr>
      <vt:lpstr>ANÁLISIS DE IMPACTO MENSUAL</vt:lpstr>
      <vt:lpstr>System design overview</vt:lpstr>
      <vt:lpstr>Prototype pictures</vt:lpstr>
      <vt:lpstr>GSM, Valve Driver and flow sensor embedded microcontroller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Edwin Guillermo Kestler Hernandez</dc:creator>
  <cp:lastModifiedBy>Edwin Guillermo Kestler Hernandez</cp:lastModifiedBy>
  <cp:revision>171</cp:revision>
  <dcterms:created xsi:type="dcterms:W3CDTF">2013-05-26T17:14:21Z</dcterms:created>
  <dcterms:modified xsi:type="dcterms:W3CDTF">2018-01-10T23:55:44Z</dcterms:modified>
</cp:coreProperties>
</file>